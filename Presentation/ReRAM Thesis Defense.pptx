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6" r:id="rId2"/>
    <p:sldId id="269" r:id="rId3"/>
    <p:sldId id="281" r:id="rId4"/>
    <p:sldId id="283" r:id="rId5"/>
    <p:sldId id="282"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80"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5F"/>
    <a:srgbClr val="009ED4"/>
    <a:srgbClr val="CFEC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76419" autoAdjust="0"/>
  </p:normalViewPr>
  <p:slideViewPr>
    <p:cSldViewPr showGuides="1">
      <p:cViewPr varScale="1">
        <p:scale>
          <a:sx n="56" d="100"/>
          <a:sy n="56" d="100"/>
        </p:scale>
        <p:origin x="104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5A037B-BD31-4F8E-87AB-B057C2514C8C}" type="datetimeFigureOut">
              <a:rPr lang="de-DE" smtClean="0"/>
              <a:t>19.11.2025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7E617-AB24-4D36-AF02-7C02098EE806}" type="slidenum">
              <a:rPr lang="de-DE" smtClean="0"/>
              <a:t>‹#›</a:t>
            </a:fld>
            <a:endParaRPr lang="de-DE"/>
          </a:p>
        </p:txBody>
      </p:sp>
    </p:spTree>
    <p:extLst>
      <p:ext uri="{BB962C8B-B14F-4D97-AF65-F5344CB8AC3E}">
        <p14:creationId xmlns:p14="http://schemas.microsoft.com/office/powerpoint/2010/main" val="162007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Good morning, everyone. Thank you, Prof. Wahl and Prof. Li, for serving as my examiners today.</a:t>
            </a:r>
          </a:p>
          <a:p>
            <a:r>
              <a:rPr lang="en-US" dirty="0"/>
              <a:t>My name is Hrishikesh Karande, and I am presenting my Master's Thesis: </a:t>
            </a:r>
            <a:r>
              <a:rPr lang="en-US" b="1" dirty="0"/>
              <a:t>"Evaluation model of a parametrizable ReRAM core in an FPGA architecture."</a:t>
            </a:r>
            <a:endParaRPr lang="en-US" dirty="0"/>
          </a:p>
          <a:p>
            <a:r>
              <a:rPr lang="en-US" dirty="0"/>
              <a:t>This work aims to bridge the gap between theoretical models of emerging memory and practical system-level hardware evaluation.</a:t>
            </a:r>
          </a:p>
          <a:p>
            <a:endParaRPr lang="de-DE" dirty="0"/>
          </a:p>
        </p:txBody>
      </p:sp>
      <p:sp>
        <p:nvSpPr>
          <p:cNvPr id="4" name="Slide Number Placeholder 3"/>
          <p:cNvSpPr>
            <a:spLocks noGrp="1"/>
          </p:cNvSpPr>
          <p:nvPr>
            <p:ph type="sldNum" sz="quarter" idx="5"/>
          </p:nvPr>
        </p:nvSpPr>
        <p:spPr/>
        <p:txBody>
          <a:bodyPr/>
          <a:lstStyle/>
          <a:p>
            <a:fld id="{5877E617-AB24-4D36-AF02-7C02098EE806}" type="slidenum">
              <a:rPr lang="de-DE" smtClean="0"/>
              <a:t>1</a:t>
            </a:fld>
            <a:endParaRPr lang="de-DE"/>
          </a:p>
        </p:txBody>
      </p:sp>
    </p:spTree>
    <p:extLst>
      <p:ext uri="{BB962C8B-B14F-4D97-AF65-F5344CB8AC3E}">
        <p14:creationId xmlns:p14="http://schemas.microsoft.com/office/powerpoint/2010/main" val="1324448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 will begin by discussing the motivation and problem statement, followed by the specific objectives of this thesis.</a:t>
            </a:r>
          </a:p>
          <a:p>
            <a:r>
              <a:rPr lang="en-US" dirty="0"/>
              <a:t>Then, I will cover the ReRAM fundamentals and the hierarchical modeling strategy.</a:t>
            </a:r>
          </a:p>
          <a:p>
            <a:r>
              <a:rPr lang="en-US" dirty="0"/>
              <a:t>Finally, I will present the implementation details, simulation and hardware validation results, and directions for future work.</a:t>
            </a:r>
          </a:p>
          <a:p>
            <a:endParaRPr lang="de-DE" dirty="0"/>
          </a:p>
        </p:txBody>
      </p:sp>
      <p:sp>
        <p:nvSpPr>
          <p:cNvPr id="4" name="Slide Number Placeholder 3"/>
          <p:cNvSpPr>
            <a:spLocks noGrp="1"/>
          </p:cNvSpPr>
          <p:nvPr>
            <p:ph type="sldNum" sz="quarter" idx="5"/>
          </p:nvPr>
        </p:nvSpPr>
        <p:spPr/>
        <p:txBody>
          <a:bodyPr/>
          <a:lstStyle/>
          <a:p>
            <a:fld id="{5877E617-AB24-4D36-AF02-7C02098EE806}" type="slidenum">
              <a:rPr lang="de-DE" smtClean="0"/>
              <a:t>2</a:t>
            </a:fld>
            <a:endParaRPr lang="de-DE"/>
          </a:p>
        </p:txBody>
      </p:sp>
    </p:spTree>
    <p:extLst>
      <p:ext uri="{BB962C8B-B14F-4D97-AF65-F5344CB8AC3E}">
        <p14:creationId xmlns:p14="http://schemas.microsoft.com/office/powerpoint/2010/main" val="431454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"Memory Wall" problem, driven by the Von Neumann bottleneck. In image A, data (D) must constantly move between the memory and the Processing Unit (ALU) for computation, consuming 60-80% of total system energy in data-intensive tasks like AI.</a:t>
            </a:r>
          </a:p>
          <a:p>
            <a:r>
              <a:rPr lang="en-US" b="1" dirty="0"/>
              <a:t>The Solution is Processing-in-Memory (PIM).</a:t>
            </a:r>
            <a:r>
              <a:rPr lang="en-US" dirty="0"/>
              <a:t> As shown in image B, PIM performs computation </a:t>
            </a:r>
            <a:r>
              <a:rPr lang="en-US" i="1" dirty="0"/>
              <a:t>in situ</a:t>
            </a:r>
            <a:r>
              <a:rPr lang="en-US" dirty="0"/>
              <a:t>, directly within the memory array, eliminating expensive data transfers.</a:t>
            </a:r>
          </a:p>
          <a:p>
            <a:r>
              <a:rPr lang="en-US" b="1" dirty="0"/>
              <a:t>Our Focus: ReRAM.</a:t>
            </a:r>
            <a:r>
              <a:rPr lang="en-US" dirty="0"/>
              <a:t> Unlike volatile memories, ReRAM offers non-volatility, high density, and most importantly, the resistance-based switching needed to perform efficient analog and digital PIM operations.</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3</a:t>
            </a:fld>
            <a:endParaRPr lang="de-DE"/>
          </a:p>
        </p:txBody>
      </p:sp>
    </p:spTree>
    <p:extLst>
      <p:ext uri="{BB962C8B-B14F-4D97-AF65-F5344CB8AC3E}">
        <p14:creationId xmlns:p14="http://schemas.microsoft.com/office/powerpoint/2010/main" val="3874003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barrier to research is the </a:t>
            </a:r>
            <a:r>
              <a:rPr lang="en-US" b="1" dirty="0"/>
              <a:t>physical inaccessibility</a:t>
            </a:r>
            <a:r>
              <a:rPr lang="en-US" dirty="0"/>
              <a:t> of emerging ReRAM devices.</a:t>
            </a:r>
          </a:p>
          <a:p>
            <a:r>
              <a:rPr lang="en-US" dirty="0"/>
              <a:t>We have detailed SPICE/Physics models that are highly accurate but computationally prohibitive for system design. We also have fast software simulators that lack the cycle-accurate realism needed for hardware-software co-design.</a:t>
            </a:r>
          </a:p>
          <a:p>
            <a:r>
              <a:rPr lang="en-US" dirty="0"/>
              <a:t>We require a flexible, FPGA-based emulation platform that can model real-world scenarios—such as timing and endurance—at a hardware level, allowing researchers to evaluate PIM architectures </a:t>
            </a:r>
            <a:r>
              <a:rPr lang="en-US" i="1" dirty="0"/>
              <a:t>before</a:t>
            </a:r>
            <a:r>
              <a:rPr lang="en-US" dirty="0"/>
              <a:t> costly fabrication.</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4</a:t>
            </a:fld>
            <a:endParaRPr lang="de-DE"/>
          </a:p>
        </p:txBody>
      </p:sp>
    </p:spTree>
    <p:extLst>
      <p:ext uri="{BB962C8B-B14F-4D97-AF65-F5344CB8AC3E}">
        <p14:creationId xmlns:p14="http://schemas.microsoft.com/office/powerpoint/2010/main" val="2680839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thesis aimed to achieve five core objectives:</a:t>
            </a:r>
          </a:p>
          <a:p>
            <a:r>
              <a:rPr lang="en-IN" b="1" dirty="0"/>
              <a:t>1. </a:t>
            </a:r>
            <a:r>
              <a:rPr lang="en-IN" b="1" dirty="0" err="1"/>
              <a:t>Behavioral</a:t>
            </a:r>
            <a:r>
              <a:rPr lang="en-IN" b="1" dirty="0"/>
              <a:t> Model:</a:t>
            </a:r>
            <a:r>
              <a:rPr lang="en-IN" dirty="0"/>
              <a:t> Develop a </a:t>
            </a:r>
            <a:r>
              <a:rPr lang="en-IN" dirty="0" err="1"/>
              <a:t>SystemVerilog</a:t>
            </a:r>
            <a:r>
              <a:rPr lang="en-IN" dirty="0"/>
              <a:t> model for a single ReRAM cell, incorporating crucial physical </a:t>
            </a:r>
            <a:r>
              <a:rPr lang="en-IN" dirty="0" err="1"/>
              <a:t>behaviors</a:t>
            </a:r>
            <a:r>
              <a:rPr lang="en-IN" dirty="0"/>
              <a:t>.</a:t>
            </a:r>
          </a:p>
          <a:p>
            <a:r>
              <a:rPr lang="en-IN" b="1" dirty="0"/>
              <a:t>2. Parametrizable Core:</a:t>
            </a:r>
            <a:r>
              <a:rPr lang="en-IN" dirty="0"/>
              <a:t> Scale the model into an array with configuration parameters.</a:t>
            </a:r>
          </a:p>
          <a:p>
            <a:r>
              <a:rPr lang="en-IN" b="1" dirty="0"/>
              <a:t>3. FPGA Integration:</a:t>
            </a:r>
            <a:r>
              <a:rPr lang="en-IN" dirty="0"/>
              <a:t> Implement the core on the </a:t>
            </a:r>
            <a:r>
              <a:rPr lang="en-IN" dirty="0" err="1"/>
              <a:t>Zybo</a:t>
            </a:r>
            <a:r>
              <a:rPr lang="en-IN" dirty="0"/>
              <a:t> Z7-7020 and interface it with the ARM processor via the AXI4-Lite protocol.</a:t>
            </a:r>
          </a:p>
          <a:p>
            <a:r>
              <a:rPr lang="en-IN" b="1" dirty="0"/>
              <a:t>4. Validation:</a:t>
            </a:r>
            <a:r>
              <a:rPr lang="en-IN" dirty="0"/>
              <a:t> Prove functional correctness via hardware-software co-design using a bare-metal C application.</a:t>
            </a:r>
          </a:p>
          <a:p>
            <a:r>
              <a:rPr lang="en-IN" b="1" dirty="0"/>
              <a:t>5. Reproducible Research:</a:t>
            </a:r>
            <a:r>
              <a:rPr lang="en-IN" dirty="0"/>
              <a:t> Ensure all design files and documentation are open and reproducible.</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5</a:t>
            </a:fld>
            <a:endParaRPr lang="de-DE"/>
          </a:p>
        </p:txBody>
      </p:sp>
    </p:spTree>
    <p:extLst>
      <p:ext uri="{BB962C8B-B14F-4D97-AF65-F5344CB8AC3E}">
        <p14:creationId xmlns:p14="http://schemas.microsoft.com/office/powerpoint/2010/main" val="1070840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have a look at the basic block diagram of a ReRAM. It has three different physical layers. TE SL and BE.</a:t>
            </a:r>
            <a:br>
              <a:rPr lang="en-US" dirty="0"/>
            </a:br>
            <a:r>
              <a:rPr lang="en-US" dirty="0" err="1"/>
              <a:t>ReRAM</a:t>
            </a:r>
            <a:r>
              <a:rPr lang="en-US" dirty="0"/>
              <a:t> devices store information by switching between two resistance states: High (HRS, Logic 0) and Low (LRS, Logic 1).</a:t>
            </a:r>
          </a:p>
          <a:p>
            <a:r>
              <a:rPr lang="en-US" b="1" dirty="0"/>
              <a:t>Mechanism:</a:t>
            </a:r>
            <a:r>
              <a:rPr lang="en-US" dirty="0"/>
              <a:t> This switching involves the formation (SET operation) or rupture (RESET operation) of a conductive filament within the switching layer, typically driven by ion migration.</a:t>
            </a:r>
          </a:p>
          <a:p>
            <a:r>
              <a:rPr lang="en-US" b="1" dirty="0"/>
              <a:t>Characteristics (Table):</a:t>
            </a:r>
            <a:r>
              <a:rPr lang="en-US" dirty="0"/>
              <a:t> Key takeaways in this table are the electroforming state which kick starts the device then the low operating voltage for Read, and observe that the reset requires reverse polarity.</a:t>
            </a:r>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6</a:t>
            </a:fld>
            <a:endParaRPr lang="de-DE"/>
          </a:p>
        </p:txBody>
      </p:sp>
    </p:spTree>
    <p:extLst>
      <p:ext uri="{BB962C8B-B14F-4D97-AF65-F5344CB8AC3E}">
        <p14:creationId xmlns:p14="http://schemas.microsoft.com/office/powerpoint/2010/main" val="904460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strategy for behavioral modeling is simple. We abstract the complex physics into four synthesizable, configurable parameters:</a:t>
            </a:r>
          </a:p>
          <a:p>
            <a:pPr lvl="1"/>
            <a:r>
              <a:rPr lang="en-US" b="1" dirty="0"/>
              <a:t>LRS/HRS Resistance</a:t>
            </a:r>
            <a:r>
              <a:rPr lang="en-US" dirty="0"/>
              <a:t> (binary state storage).</a:t>
            </a:r>
          </a:p>
          <a:p>
            <a:pPr lvl="1"/>
            <a:r>
              <a:rPr lang="en-US" b="1" dirty="0"/>
              <a:t>Set/Reset Delay</a:t>
            </a:r>
            <a:r>
              <a:rPr lang="en-US" dirty="0"/>
              <a:t> (critical for cycle-accuracy).</a:t>
            </a:r>
          </a:p>
          <a:p>
            <a:pPr lvl="1"/>
            <a:r>
              <a:rPr lang="en-US" b="1" dirty="0"/>
              <a:t>Endurance Limit</a:t>
            </a:r>
            <a:r>
              <a:rPr lang="en-US" dirty="0"/>
              <a:t> (tracking write wear-out).</a:t>
            </a:r>
          </a:p>
          <a:p>
            <a:pPr lvl="1"/>
            <a:r>
              <a:rPr lang="en-US" b="1" dirty="0"/>
              <a:t>Retention Time</a:t>
            </a:r>
            <a:r>
              <a:rPr lang="en-US" dirty="0"/>
              <a:t>.</a:t>
            </a:r>
          </a:p>
          <a:p>
            <a:r>
              <a:rPr lang="en-US" dirty="0"/>
              <a:t>The </a:t>
            </a:r>
            <a:r>
              <a:rPr lang="en-US" b="1" dirty="0"/>
              <a:t>ReRAM Module</a:t>
            </a:r>
            <a:r>
              <a:rPr lang="en-US" dirty="0"/>
              <a:t> is a Finite State Machine that enforces these behaviors using internal counters, ensuring that operations block the system for the modeled physical delay and report errors when the endurance limit is met.</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7</a:t>
            </a:fld>
            <a:endParaRPr lang="de-DE"/>
          </a:p>
        </p:txBody>
      </p:sp>
    </p:spTree>
    <p:extLst>
      <p:ext uri="{BB962C8B-B14F-4D97-AF65-F5344CB8AC3E}">
        <p14:creationId xmlns:p14="http://schemas.microsoft.com/office/powerpoint/2010/main" val="3211664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system is a Zynq SoC co-design. The ARM Processing System (PS) acts as the AXI Master, controlling our ReRAM IP in the Programmable Logic (PL) via the AXI-Lite bus.</a:t>
            </a:r>
          </a:p>
          <a:p>
            <a:r>
              <a:rPr lang="en-US" b="1" dirty="0"/>
              <a:t>Design Hierarchy (Bottom):</a:t>
            </a:r>
            <a:r>
              <a:rPr lang="en-US" dirty="0"/>
              <a:t> We utilized a four-layer, bottom-up design to ensure modularity and scalability: from the atomic </a:t>
            </a:r>
            <a:r>
              <a:rPr lang="en-US" b="1" dirty="0"/>
              <a:t>L0 Cell</a:t>
            </a:r>
            <a:r>
              <a:rPr lang="en-US" dirty="0"/>
              <a:t> to the </a:t>
            </a:r>
            <a:r>
              <a:rPr lang="en-US" b="1" dirty="0"/>
              <a:t>L3 AXI-Lite Wrapper</a:t>
            </a:r>
            <a:r>
              <a:rPr lang="en-US" dirty="0"/>
              <a:t> that handles processor communication. </a:t>
            </a:r>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8</a:t>
            </a:fld>
            <a:endParaRPr lang="de-DE"/>
          </a:p>
        </p:txBody>
      </p:sp>
    </p:spTree>
    <p:extLst>
      <p:ext uri="{BB962C8B-B14F-4D97-AF65-F5344CB8AC3E}">
        <p14:creationId xmlns:p14="http://schemas.microsoft.com/office/powerpoint/2010/main" val="2487050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the ReRAM hierarchical layers.</a:t>
            </a:r>
          </a:p>
          <a:p>
            <a:br>
              <a:rPr lang="en-US" dirty="0"/>
            </a:br>
            <a:r>
              <a:rPr lang="en-US" dirty="0"/>
              <a:t>L0 is the atomic unit, implemented as a blocking Finite State Machine (FSM).</a:t>
            </a:r>
          </a:p>
          <a:p>
            <a:endParaRPr lang="en-US" dirty="0"/>
          </a:p>
          <a:p>
            <a:r>
              <a:rPr lang="en-US" b="1" dirty="0"/>
              <a:t>Function:</a:t>
            </a:r>
            <a:r>
              <a:rPr lang="en-US" dirty="0"/>
              <a:t> It is responsible for the core logic: it holds the </a:t>
            </a:r>
            <a:r>
              <a:rPr lang="en-US" sz="1200" kern="1200" dirty="0">
                <a:solidFill>
                  <a:schemeClr val="tx1"/>
                </a:solidFill>
                <a:latin typeface="+mn-lt"/>
                <a:ea typeface="+mn-ea"/>
                <a:cs typeface="+mn-cs"/>
              </a:rPr>
              <a:t>busy</a:t>
            </a:r>
            <a:r>
              <a:rPr lang="en-US" dirty="0"/>
              <a:t> signal high until the internal delay counter meets the configured </a:t>
            </a:r>
            <a:r>
              <a:rPr lang="en-US" sz="1200" kern="1200" dirty="0">
                <a:solidFill>
                  <a:schemeClr val="tx1"/>
                </a:solidFill>
                <a:latin typeface="+mn-lt"/>
                <a:ea typeface="+mn-ea"/>
                <a:cs typeface="+mn-cs"/>
              </a:rPr>
              <a:t>SET/RESET_DELAY_CYCLES</a:t>
            </a:r>
            <a:r>
              <a:rPr lang="en-US" dirty="0"/>
              <a:t>.</a:t>
            </a:r>
          </a:p>
          <a:p>
            <a:endParaRPr lang="en-US" dirty="0"/>
          </a:p>
          <a:p>
            <a:r>
              <a:rPr lang="en-US" dirty="0"/>
              <a:t>It also maintains the </a:t>
            </a:r>
            <a:r>
              <a:rPr lang="en-US" b="1" dirty="0"/>
              <a:t>Write Endurance Tracker</a:t>
            </a:r>
            <a:r>
              <a:rPr lang="en-US" dirty="0"/>
              <a:t>, incrementing the counter on every successful write and asserting an error flag if the </a:t>
            </a:r>
            <a:r>
              <a:rPr lang="en-US" sz="1200" kern="1200" dirty="0">
                <a:solidFill>
                  <a:schemeClr val="tx1"/>
                </a:solidFill>
                <a:latin typeface="+mn-lt"/>
                <a:ea typeface="+mn-ea"/>
                <a:cs typeface="+mn-cs"/>
              </a:rPr>
              <a:t>MAX_WRITE_CYCLES</a:t>
            </a:r>
            <a:r>
              <a:rPr lang="en-US" dirty="0"/>
              <a:t> limit is exceeded. This accurately models device wear-out.</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9</a:t>
            </a:fld>
            <a:endParaRPr lang="de-DE"/>
          </a:p>
        </p:txBody>
      </p:sp>
    </p:spTree>
    <p:extLst>
      <p:ext uri="{BB962C8B-B14F-4D97-AF65-F5344CB8AC3E}">
        <p14:creationId xmlns:p14="http://schemas.microsoft.com/office/powerpoint/2010/main" val="2853606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L1 and L2 layers handle scaling and addressability.</a:t>
            </a:r>
          </a:p>
          <a:p>
            <a:endParaRPr lang="en-US" dirty="0"/>
          </a:p>
          <a:p>
            <a:r>
              <a:rPr lang="en-US" b="1" dirty="0"/>
              <a:t>L1 (Word Array):</a:t>
            </a:r>
            <a:r>
              <a:rPr lang="en-US" dirty="0"/>
              <a:t> Aggregates L0 cells into a parallel word (e.g., 32 bits). Its crucial task is </a:t>
            </a:r>
            <a:r>
              <a:rPr lang="en-US" b="1" dirty="0"/>
              <a:t>status aggregation</a:t>
            </a:r>
            <a:r>
              <a:rPr lang="en-US" dirty="0"/>
              <a:t>: an operation is only complete when </a:t>
            </a:r>
            <a:r>
              <a:rPr lang="en-US" i="1" dirty="0"/>
              <a:t>every</a:t>
            </a:r>
            <a:r>
              <a:rPr lang="en-US" dirty="0"/>
              <a:t> cell in the word has finished or failed.</a:t>
            </a:r>
          </a:p>
          <a:p>
            <a:endParaRPr lang="en-US" dirty="0"/>
          </a:p>
          <a:p>
            <a:r>
              <a:rPr lang="en-US" b="1" dirty="0"/>
              <a:t>L2 (Controller):</a:t>
            </a:r>
            <a:r>
              <a:rPr lang="en-US" dirty="0"/>
              <a:t> Scales L1 words into a full addressable memory bank. It provides a simple blocking </a:t>
            </a:r>
            <a:r>
              <a:rPr lang="en-US" sz="1200" kern="1200" dirty="0">
                <a:solidFill>
                  <a:schemeClr val="tx1"/>
                </a:solidFill>
                <a:latin typeface="+mn-lt"/>
                <a:ea typeface="+mn-ea"/>
                <a:cs typeface="+mn-cs"/>
              </a:rPr>
              <a:t>read/write</a:t>
            </a:r>
            <a:r>
              <a:rPr lang="en-US" dirty="0"/>
              <a:t> interface, using address decoding to select the specific L1 word array. The controller’s </a:t>
            </a:r>
            <a:r>
              <a:rPr lang="en-US" sz="1200" kern="1200" dirty="0">
                <a:solidFill>
                  <a:schemeClr val="tx1"/>
                </a:solidFill>
                <a:latin typeface="+mn-lt"/>
                <a:ea typeface="+mn-ea"/>
                <a:cs typeface="+mn-cs"/>
              </a:rPr>
              <a:t>busy</a:t>
            </a:r>
            <a:r>
              <a:rPr lang="en-US" dirty="0"/>
              <a:t> signal remains high until the </a:t>
            </a:r>
            <a:r>
              <a:rPr lang="en-US" i="1" dirty="0"/>
              <a:t>longest</a:t>
            </a:r>
            <a:r>
              <a:rPr lang="en-US" dirty="0"/>
              <a:t> cell operation in the selected word is complete.</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10</a:t>
            </a:fld>
            <a:endParaRPr lang="de-DE"/>
          </a:p>
        </p:txBody>
      </p:sp>
    </p:spTree>
    <p:extLst>
      <p:ext uri="{BB962C8B-B14F-4D97-AF65-F5344CB8AC3E}">
        <p14:creationId xmlns:p14="http://schemas.microsoft.com/office/powerpoint/2010/main" val="3143700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layer, integrating our custom core into the standard SoC environment.</a:t>
            </a:r>
          </a:p>
          <a:p>
            <a:endParaRPr lang="en-US" dirty="0"/>
          </a:p>
          <a:p>
            <a:r>
              <a:rPr lang="en-US" b="1" dirty="0"/>
              <a:t>Function:</a:t>
            </a:r>
            <a:r>
              <a:rPr lang="en-US" dirty="0"/>
              <a:t> It translates AXI-Lite's multi-cycle handshake into the single-pulse command interface required by the L2 core.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Address Map:</a:t>
            </a:r>
            <a:r>
              <a:rPr lang="en-US" dirty="0"/>
              <a:t> It segregates accesses: Memory access triggers the blocking operation, while Register access provides immediate, non-blocking status reads (e.g., endurance counters).</a:t>
            </a:r>
          </a:p>
          <a:p>
            <a:endParaRPr lang="en-US" dirty="0"/>
          </a:p>
          <a:p>
            <a:endParaRPr lang="en-US" dirty="0"/>
          </a:p>
          <a:p>
            <a:r>
              <a:rPr lang="en-US" b="1" dirty="0"/>
              <a:t>Critical Mechanism:</a:t>
            </a:r>
            <a:r>
              <a:rPr lang="en-US" dirty="0"/>
              <a:t> For memory transactions, the wrapper </a:t>
            </a:r>
            <a:r>
              <a:rPr lang="en-US" b="1" dirty="0"/>
              <a:t>stalls the AXI bus</a:t>
            </a:r>
            <a:r>
              <a:rPr lang="en-US" dirty="0"/>
              <a:t> by holding the response signal (</a:t>
            </a:r>
            <a:r>
              <a:rPr lang="en-US" sz="1200" kern="1200" dirty="0">
                <a:solidFill>
                  <a:schemeClr val="tx1"/>
                </a:solidFill>
                <a:latin typeface="+mn-lt"/>
                <a:ea typeface="+mn-ea"/>
                <a:cs typeface="+mn-cs"/>
              </a:rPr>
              <a:t>S_AXI_BVALID</a:t>
            </a:r>
            <a:r>
              <a:rPr lang="en-US" dirty="0"/>
              <a:t>/</a:t>
            </a:r>
            <a:r>
              <a:rPr lang="en-US" sz="1200" kern="1200" dirty="0">
                <a:solidFill>
                  <a:schemeClr val="tx1"/>
                </a:solidFill>
                <a:latin typeface="+mn-lt"/>
                <a:ea typeface="+mn-ea"/>
                <a:cs typeface="+mn-cs"/>
              </a:rPr>
              <a:t>RVALID</a:t>
            </a:r>
            <a:r>
              <a:rPr lang="en-US" dirty="0"/>
              <a:t>) low until the internal ReRAM core signals </a:t>
            </a:r>
            <a:r>
              <a:rPr lang="en-US" sz="1200" kern="1200" dirty="0" err="1">
                <a:solidFill>
                  <a:schemeClr val="tx1"/>
                </a:solidFill>
                <a:latin typeface="+mn-lt"/>
                <a:ea typeface="+mn-ea"/>
                <a:cs typeface="+mn-cs"/>
              </a:rPr>
              <a:t>done_o</a:t>
            </a:r>
            <a:r>
              <a:rPr lang="en-US" dirty="0"/>
              <a:t>. This enforces the cycle-accurate ReRAM latency on the processor.</a:t>
            </a:r>
          </a:p>
          <a:p>
            <a:endParaRPr lang="en-US" dirty="0"/>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11</a:t>
            </a:fld>
            <a:endParaRPr lang="de-DE"/>
          </a:p>
        </p:txBody>
      </p:sp>
    </p:spTree>
    <p:extLst>
      <p:ext uri="{BB962C8B-B14F-4D97-AF65-F5344CB8AC3E}">
        <p14:creationId xmlns:p14="http://schemas.microsoft.com/office/powerpoint/2010/main" val="1008419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rigorously verified the design using </a:t>
            </a:r>
            <a:r>
              <a:rPr lang="en-US" dirty="0" err="1"/>
              <a:t>SystemVerilog</a:t>
            </a:r>
            <a:r>
              <a:rPr lang="en-US" dirty="0"/>
              <a:t> testbenches.</a:t>
            </a:r>
          </a:p>
          <a:p>
            <a:endParaRPr lang="en-US" dirty="0"/>
          </a:p>
          <a:p>
            <a:r>
              <a:rPr lang="en-US" b="1" dirty="0"/>
              <a:t>Timing Proof (Top Waveform):</a:t>
            </a:r>
            <a:r>
              <a:rPr lang="en-US" dirty="0"/>
              <a:t> Here you see the core validation: A SET command is issued, and precisely </a:t>
            </a:r>
            <a:r>
              <a:rPr lang="en-US" b="1" dirty="0"/>
              <a:t>10 clock pulses later</a:t>
            </a:r>
            <a:r>
              <a:rPr lang="en-US" dirty="0"/>
              <a:t> (matching the SET_DELAY parameter), the </a:t>
            </a:r>
            <a:r>
              <a:rPr lang="en-US" sz="1200" kern="1200" dirty="0" err="1">
                <a:solidFill>
                  <a:schemeClr val="tx1"/>
                </a:solidFill>
                <a:latin typeface="+mn-lt"/>
                <a:ea typeface="+mn-ea"/>
                <a:cs typeface="+mn-cs"/>
              </a:rPr>
              <a:t>write_success</a:t>
            </a:r>
            <a:r>
              <a:rPr lang="en-US" dirty="0"/>
              <a:t> pulse is generated. This confirms the cycle-accurate delay modeling is functional.</a:t>
            </a:r>
          </a:p>
          <a:p>
            <a:endParaRPr lang="en-US" dirty="0"/>
          </a:p>
          <a:p>
            <a:r>
              <a:rPr lang="en-US" b="1" dirty="0"/>
              <a:t>Endurance Proof (Bottom Waveform):</a:t>
            </a:r>
            <a:r>
              <a:rPr lang="en-US" dirty="0"/>
              <a:t> The </a:t>
            </a:r>
            <a:r>
              <a:rPr lang="en-US" sz="1200" kern="1200" dirty="0" err="1">
                <a:solidFill>
                  <a:schemeClr val="tx1"/>
                </a:solidFill>
                <a:latin typeface="+mn-lt"/>
                <a:ea typeface="+mn-ea"/>
                <a:cs typeface="+mn-cs"/>
              </a:rPr>
              <a:t>write_cycles</a:t>
            </a:r>
            <a:r>
              <a:rPr lang="en-US" dirty="0"/>
              <a:t> counter increments with each operation, eventually causing the </a:t>
            </a:r>
            <a:r>
              <a:rPr lang="en-US" sz="1200" kern="1200" dirty="0">
                <a:solidFill>
                  <a:schemeClr val="tx1"/>
                </a:solidFill>
                <a:latin typeface="+mn-lt"/>
                <a:ea typeface="+mn-ea"/>
                <a:cs typeface="+mn-cs"/>
              </a:rPr>
              <a:t>Error flag</a:t>
            </a:r>
            <a:r>
              <a:rPr lang="en-US" dirty="0"/>
              <a:t> to assert, confirming the wear-out model is correctly implemented.</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12</a:t>
            </a:fld>
            <a:endParaRPr lang="de-DE"/>
          </a:p>
        </p:txBody>
      </p:sp>
    </p:spTree>
    <p:extLst>
      <p:ext uri="{BB962C8B-B14F-4D97-AF65-F5344CB8AC3E}">
        <p14:creationId xmlns:p14="http://schemas.microsoft.com/office/powerpoint/2010/main" val="3850996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successful simulation, the design was synthesized and deployed on the </a:t>
            </a:r>
            <a:r>
              <a:rPr lang="en-US" dirty="0" err="1"/>
              <a:t>Zybo</a:t>
            </a:r>
            <a:r>
              <a:rPr lang="en-US" dirty="0"/>
              <a:t> Z7-7020 FPGA.</a:t>
            </a:r>
          </a:p>
          <a:p>
            <a:r>
              <a:rPr lang="en-US" dirty="0"/>
              <a:t>The schematics (top) confirm the design's successful mapping to the target hardware logic.</a:t>
            </a:r>
          </a:p>
          <a:p>
            <a:endParaRPr lang="en-US" dirty="0"/>
          </a:p>
          <a:p>
            <a:r>
              <a:rPr lang="en-US" b="1" dirty="0"/>
              <a:t>Hardware-Software Validation:</a:t>
            </a:r>
            <a:r>
              <a:rPr lang="en-US" dirty="0"/>
              <a:t> The console output (bottom) shows the final, integrated success: The C-code application running on the ARM processor successfully writes a pattern (</a:t>
            </a:r>
            <a:r>
              <a:rPr lang="en-US" sz="1200" kern="1200" dirty="0">
                <a:solidFill>
                  <a:schemeClr val="tx1"/>
                </a:solidFill>
                <a:latin typeface="+mn-lt"/>
                <a:ea typeface="+mn-ea"/>
                <a:cs typeface="+mn-cs"/>
              </a:rPr>
              <a:t>0xABCD1234</a:t>
            </a:r>
            <a:r>
              <a:rPr lang="en-US" dirty="0"/>
              <a:t>) to address 5, reads it back, and confirms </a:t>
            </a:r>
            <a:r>
              <a:rPr lang="en-US" b="1" dirty="0"/>
              <a:t>data matches</a:t>
            </a:r>
            <a:r>
              <a:rPr lang="en-US" dirty="0"/>
              <a:t>. This validates the entire complex hardware-software co-design flow.</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13</a:t>
            </a:fld>
            <a:endParaRPr lang="de-DE"/>
          </a:p>
        </p:txBody>
      </p:sp>
    </p:spTree>
    <p:extLst>
      <p:ext uri="{BB962C8B-B14F-4D97-AF65-F5344CB8AC3E}">
        <p14:creationId xmlns:p14="http://schemas.microsoft.com/office/powerpoint/2010/main" val="20666966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scalability, we compared a 512-cell core (Config. 1) against a 128-cell core (Config. 2).</a:t>
            </a:r>
          </a:p>
          <a:p>
            <a:r>
              <a:rPr lang="en-US" b="1" dirty="0"/>
              <a:t>Key Finding:</a:t>
            </a:r>
            <a:r>
              <a:rPr lang="en-US" dirty="0"/>
              <a:t> A 75% reduction in emulated cells resulted in a proportional, linear reduction of approximately </a:t>
            </a:r>
            <a:r>
              <a:rPr lang="en-US" b="1" dirty="0"/>
              <a:t>73% in LUT and FF utilization</a:t>
            </a:r>
            <a:r>
              <a:rPr lang="en-US" dirty="0"/>
              <a:t>.</a:t>
            </a:r>
          </a:p>
          <a:p>
            <a:r>
              <a:rPr lang="en-US" b="1" dirty="0"/>
              <a:t>Conclusion:</a:t>
            </a:r>
            <a:r>
              <a:rPr lang="en-US" dirty="0"/>
              <a:t> This confirms our behavioral approach is scalable, as the resource cost is directly proportional to the number of cell FSMs and counters we choose to emulate in the logic fabric.</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14</a:t>
            </a:fld>
            <a:endParaRPr lang="de-DE"/>
          </a:p>
        </p:txBody>
      </p:sp>
    </p:spTree>
    <p:extLst>
      <p:ext uri="{BB962C8B-B14F-4D97-AF65-F5344CB8AC3E}">
        <p14:creationId xmlns:p14="http://schemas.microsoft.com/office/powerpoint/2010/main" val="3188379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analysis shows that the total on-chip power is overwhelmingly dominated by the ARM </a:t>
            </a:r>
            <a:r>
              <a:rPr lang="en-US" b="1" dirty="0"/>
              <a:t>Processor</a:t>
            </a:r>
            <a:r>
              <a:rPr lang="en-US" dirty="0"/>
              <a:t> (95% of dynamic power).</a:t>
            </a:r>
          </a:p>
          <a:p>
            <a:r>
              <a:rPr lang="en-US" b="1" dirty="0"/>
              <a:t>Key Insight:</a:t>
            </a:r>
            <a:r>
              <a:rPr lang="en-US" dirty="0"/>
              <a:t> The power consumed by our custom ReRAM emulation logic (the "Logic" component) is negligible, at only </a:t>
            </a:r>
            <a:r>
              <a:rPr lang="en-US" b="1" dirty="0"/>
              <a:t>0.001 Watts</a:t>
            </a:r>
            <a:r>
              <a:rPr lang="en-US" dirty="0"/>
              <a:t>.</a:t>
            </a:r>
          </a:p>
          <a:p>
            <a:r>
              <a:rPr lang="en-US" b="1" dirty="0"/>
              <a:t>Conclusion:</a:t>
            </a:r>
            <a:r>
              <a:rPr lang="en-US" dirty="0"/>
              <a:t> This is a crucial finding. It means that the platform is extremely power-efficient for emulation, allowing future researchers to focus entirely on the power-performance tradeoffs of the processor and application, without the emulation model itself distorting the power budget.</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15</a:t>
            </a:fld>
            <a:endParaRPr lang="de-DE"/>
          </a:p>
        </p:txBody>
      </p:sp>
    </p:spTree>
    <p:extLst>
      <p:ext uri="{BB962C8B-B14F-4D97-AF65-F5344CB8AC3E}">
        <p14:creationId xmlns:p14="http://schemas.microsoft.com/office/powerpoint/2010/main" val="3275318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validated core forms a stable foundation for the next phase of research.</a:t>
            </a:r>
          </a:p>
          <a:p>
            <a:r>
              <a:rPr lang="en-US" b="1" dirty="0"/>
              <a:t>Primary Goal:</a:t>
            </a:r>
            <a:r>
              <a:rPr lang="en-US" dirty="0"/>
              <a:t> Transition from a memory model to a Processing-in-Memory accelerator for AI.</a:t>
            </a:r>
          </a:p>
          <a:p>
            <a:r>
              <a:rPr lang="en-US" b="1" dirty="0"/>
              <a:t>Mapping:</a:t>
            </a:r>
            <a:r>
              <a:rPr lang="en-US" dirty="0"/>
              <a:t> The core can be used to model how a CNN layer maps onto a ReRAM crossbar.</a:t>
            </a:r>
          </a:p>
          <a:p>
            <a:r>
              <a:rPr lang="en-US" b="1" dirty="0"/>
              <a:t>Analysis:</a:t>
            </a:r>
            <a:r>
              <a:rPr lang="en-US" dirty="0"/>
              <a:t> We can now accurately measure </a:t>
            </a:r>
            <a:r>
              <a:rPr lang="en-US" b="1" dirty="0"/>
              <a:t>Inference Latency</a:t>
            </a:r>
            <a:r>
              <a:rPr lang="en-US" dirty="0"/>
              <a:t> (total time spent in blocking states) and </a:t>
            </a:r>
            <a:r>
              <a:rPr lang="en-US" b="1" dirty="0"/>
              <a:t>Endurance/Lifetime</a:t>
            </a:r>
            <a:r>
              <a:rPr lang="en-US" dirty="0"/>
              <a:t> (how quickly AI training workloads wear out the cells) in a realistic hardware environment.</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16</a:t>
            </a:fld>
            <a:endParaRPr lang="de-DE"/>
          </a:p>
        </p:txBody>
      </p:sp>
    </p:spTree>
    <p:extLst>
      <p:ext uri="{BB962C8B-B14F-4D97-AF65-F5344CB8AC3E}">
        <p14:creationId xmlns:p14="http://schemas.microsoft.com/office/powerpoint/2010/main" val="2460468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summary, this thesis delivered a validated, reproducible ReRAM evaluation platform, achieving:</a:t>
            </a:r>
          </a:p>
          <a:p>
            <a:r>
              <a:rPr lang="en-IN" b="1" dirty="0"/>
              <a:t>Timing </a:t>
            </a:r>
            <a:r>
              <a:rPr lang="en-IN" b="1" dirty="0" err="1"/>
              <a:t>Modeling</a:t>
            </a:r>
            <a:r>
              <a:rPr lang="en-IN" b="1" dirty="0"/>
              <a:t>:</a:t>
            </a:r>
            <a:r>
              <a:rPr lang="en-IN" dirty="0"/>
              <a:t> Cycle-accurate latency capture.</a:t>
            </a:r>
          </a:p>
          <a:p>
            <a:r>
              <a:rPr lang="en-IN" b="1" dirty="0"/>
              <a:t>Endurance </a:t>
            </a:r>
            <a:r>
              <a:rPr lang="en-IN" b="1" dirty="0" err="1"/>
              <a:t>Modeling</a:t>
            </a:r>
            <a:r>
              <a:rPr lang="en-IN" b="1" dirty="0"/>
              <a:t>:</a:t>
            </a:r>
            <a:r>
              <a:rPr lang="en-IN" dirty="0"/>
              <a:t> Realistic wear-out tracking.</a:t>
            </a:r>
          </a:p>
          <a:p>
            <a:r>
              <a:rPr lang="en-IN" b="1" dirty="0"/>
              <a:t>FPGA Implementation:</a:t>
            </a:r>
            <a:r>
              <a:rPr lang="en-IN" dirty="0"/>
              <a:t> Standard AXI integration with an embedded processor.</a:t>
            </a:r>
          </a:p>
          <a:p>
            <a:r>
              <a:rPr lang="en-IN" b="1" dirty="0"/>
              <a:t>Parametrizable Design:</a:t>
            </a:r>
            <a:r>
              <a:rPr lang="en-IN" dirty="0"/>
              <a:t> A flexible foundation for future architecture exploration.</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17</a:t>
            </a:fld>
            <a:endParaRPr lang="de-DE"/>
          </a:p>
        </p:txBody>
      </p:sp>
    </p:spTree>
    <p:extLst>
      <p:ext uri="{BB962C8B-B14F-4D97-AF65-F5344CB8AC3E}">
        <p14:creationId xmlns:p14="http://schemas.microsoft.com/office/powerpoint/2010/main" val="1541235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commitment to reproducible research means all </a:t>
            </a:r>
            <a:r>
              <a:rPr lang="en-US" dirty="0" err="1"/>
              <a:t>SystemVerilog</a:t>
            </a:r>
            <a:r>
              <a:rPr lang="en-US" dirty="0"/>
              <a:t> source code, testbenches, and hardware/software documentation are available on the GitHub repository listed here.</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18</a:t>
            </a:fld>
            <a:endParaRPr lang="de-DE"/>
          </a:p>
        </p:txBody>
      </p:sp>
    </p:spTree>
    <p:extLst>
      <p:ext uri="{BB962C8B-B14F-4D97-AF65-F5344CB8AC3E}">
        <p14:creationId xmlns:p14="http://schemas.microsoft.com/office/powerpoint/2010/main" val="3544940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concludes my presentation. Thank you for your attention. I am now ready for your questions.</a:t>
            </a:r>
          </a:p>
          <a:p>
            <a:endParaRPr lang="en-IN" dirty="0"/>
          </a:p>
        </p:txBody>
      </p:sp>
      <p:sp>
        <p:nvSpPr>
          <p:cNvPr id="4" name="Slide Number Placeholder 3"/>
          <p:cNvSpPr>
            <a:spLocks noGrp="1"/>
          </p:cNvSpPr>
          <p:nvPr>
            <p:ph type="sldNum" sz="quarter" idx="5"/>
          </p:nvPr>
        </p:nvSpPr>
        <p:spPr/>
        <p:txBody>
          <a:bodyPr/>
          <a:lstStyle/>
          <a:p>
            <a:fld id="{5877E617-AB24-4D36-AF02-7C02098EE806}" type="slidenum">
              <a:rPr lang="de-DE" smtClean="0"/>
              <a:t>19</a:t>
            </a:fld>
            <a:endParaRPr lang="de-DE"/>
          </a:p>
        </p:txBody>
      </p:sp>
    </p:spTree>
    <p:extLst>
      <p:ext uri="{BB962C8B-B14F-4D97-AF65-F5344CB8AC3E}">
        <p14:creationId xmlns:p14="http://schemas.microsoft.com/office/powerpoint/2010/main" val="21597040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19" name="Freihandform: Form 18">
            <a:extLst>
              <a:ext uri="{FF2B5EF4-FFF2-40B4-BE49-F238E27FC236}">
                <a16:creationId xmlns:a16="http://schemas.microsoft.com/office/drawing/2014/main" id="{B2FA80CF-BA29-4CF5-9D84-1D31526E1215}"/>
              </a:ext>
            </a:extLst>
          </p:cNvPr>
          <p:cNvSpPr/>
          <p:nvPr/>
        </p:nvSpPr>
        <p:spPr>
          <a:xfrm>
            <a:off x="1143" y="1799970"/>
            <a:ext cx="6205981" cy="5058029"/>
          </a:xfrm>
          <a:custGeom>
            <a:avLst/>
            <a:gdLst>
              <a:gd name="connsiteX0" fmla="*/ 0 w 6205981"/>
              <a:gd name="connsiteY0" fmla="*/ 0 h 5058029"/>
              <a:gd name="connsiteX1" fmla="*/ 0 w 6205981"/>
              <a:gd name="connsiteY1" fmla="*/ 5058029 h 5058029"/>
              <a:gd name="connsiteX2" fmla="*/ 4364990 w 6205981"/>
              <a:gd name="connsiteY2" fmla="*/ 5058029 h 5058029"/>
              <a:gd name="connsiteX3" fmla="*/ 6205982 w 6205981"/>
              <a:gd name="connsiteY3" fmla="*/ 0 h 5058029"/>
              <a:gd name="connsiteX4" fmla="*/ 0 w 6205981"/>
              <a:gd name="connsiteY4" fmla="*/ 0 h 5058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5981" h="5058029">
                <a:moveTo>
                  <a:pt x="0" y="0"/>
                </a:moveTo>
                <a:lnTo>
                  <a:pt x="0" y="5058029"/>
                </a:lnTo>
                <a:lnTo>
                  <a:pt x="4364990" y="5058029"/>
                </a:lnTo>
                <a:lnTo>
                  <a:pt x="6205982" y="0"/>
                </a:lnTo>
                <a:lnTo>
                  <a:pt x="0" y="0"/>
                </a:lnTo>
                <a:close/>
              </a:path>
            </a:pathLst>
          </a:custGeom>
          <a:solidFill>
            <a:schemeClr val="accent3"/>
          </a:solidFill>
          <a:ln w="12700" cap="flat">
            <a:noFill/>
            <a:prstDash val="solid"/>
            <a:miter/>
          </a:ln>
        </p:spPr>
        <p:txBody>
          <a:bodyPr rtlCol="0" anchor="ctr"/>
          <a:lstStyle/>
          <a:p>
            <a:endParaRPr lang="de-DE"/>
          </a:p>
        </p:txBody>
      </p:sp>
      <p:sp>
        <p:nvSpPr>
          <p:cNvPr id="10" name="Bildplatzhalter 5">
            <a:extLst>
              <a:ext uri="{FF2B5EF4-FFF2-40B4-BE49-F238E27FC236}">
                <a16:creationId xmlns:a16="http://schemas.microsoft.com/office/drawing/2014/main" id="{9AEF6772-FBE0-43F3-83D5-B7854CAEF2C4}"/>
              </a:ext>
            </a:extLst>
          </p:cNvPr>
          <p:cNvSpPr>
            <a:spLocks noGrp="1"/>
          </p:cNvSpPr>
          <p:nvPr>
            <p:ph type="pic" sz="quarter" idx="13"/>
          </p:nvPr>
        </p:nvSpPr>
        <p:spPr>
          <a:xfrm>
            <a:off x="4440810" y="1796935"/>
            <a:ext cx="7751190" cy="5061064"/>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2000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9991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1 h 10000"/>
              <a:gd name="connsiteX1" fmla="*/ 3481 w 10000"/>
              <a:gd name="connsiteY1" fmla="*/ 19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7 h 10006"/>
              <a:gd name="connsiteX1" fmla="*/ 2388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6">
                <a:moveTo>
                  <a:pt x="0" y="9997"/>
                </a:moveTo>
                <a:lnTo>
                  <a:pt x="2388" y="0"/>
                </a:lnTo>
                <a:lnTo>
                  <a:pt x="10000" y="6"/>
                </a:lnTo>
                <a:lnTo>
                  <a:pt x="10000" y="10006"/>
                </a:lnTo>
                <a:lnTo>
                  <a:pt x="0" y="10006"/>
                </a:lnTo>
                <a:lnTo>
                  <a:pt x="0" y="9997"/>
                </a:lnTo>
                <a:close/>
              </a:path>
            </a:pathLst>
          </a:custGeom>
        </p:spPr>
        <p:txBody>
          <a:bodyPr/>
          <a:lstStyle/>
          <a:p>
            <a:r>
              <a:rPr lang="de-DE"/>
              <a:t>Bild durch Klicken auf Symbol hinzufügen</a:t>
            </a:r>
            <a:endParaRPr lang="de-DE" dirty="0"/>
          </a:p>
        </p:txBody>
      </p:sp>
      <p:sp>
        <p:nvSpPr>
          <p:cNvPr id="2" name="Titel 1">
            <a:extLst>
              <a:ext uri="{FF2B5EF4-FFF2-40B4-BE49-F238E27FC236}">
                <a16:creationId xmlns:a16="http://schemas.microsoft.com/office/drawing/2014/main" id="{D7331B77-9E39-4467-A5A1-26D356813330}"/>
              </a:ext>
            </a:extLst>
          </p:cNvPr>
          <p:cNvSpPr>
            <a:spLocks noGrp="1"/>
          </p:cNvSpPr>
          <p:nvPr>
            <p:ph type="ctrTitle"/>
          </p:nvPr>
        </p:nvSpPr>
        <p:spPr>
          <a:xfrm>
            <a:off x="561872" y="1988840"/>
            <a:ext cx="4814048" cy="1368000"/>
          </a:xfrm>
        </p:spPr>
        <p:txBody>
          <a:bodyPr anchor="b">
            <a:normAutofit/>
          </a:bodyPr>
          <a:lstStyle>
            <a:lvl1pPr algn="l">
              <a:lnSpc>
                <a:spcPct val="100000"/>
              </a:lnSpc>
              <a:defRPr sz="4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83AD5C95-7D4D-48AE-8043-4BB0A41A3DD4}"/>
              </a:ext>
            </a:extLst>
          </p:cNvPr>
          <p:cNvSpPr>
            <a:spLocks noGrp="1"/>
          </p:cNvSpPr>
          <p:nvPr>
            <p:ph type="subTitle" idx="1"/>
          </p:nvPr>
        </p:nvSpPr>
        <p:spPr>
          <a:xfrm>
            <a:off x="551384" y="3645024"/>
            <a:ext cx="4176464" cy="1655762"/>
          </a:xfrm>
        </p:spPr>
        <p:txBody>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p:ph type="dt" sz="half" idx="10"/>
          </p:nvPr>
        </p:nvSpPr>
        <p:spPr>
          <a:xfrm>
            <a:off x="551384" y="5661248"/>
            <a:ext cx="1944000" cy="216000"/>
          </a:xfrm>
        </p:spPr>
        <p:txBody>
          <a:bodyPr tIns="0"/>
          <a:lstStyle>
            <a:lvl1pPr algn="l">
              <a:defRPr sz="1400">
                <a:solidFill>
                  <a:schemeClr val="bg1"/>
                </a:solidFill>
              </a:defRPr>
            </a:lvl1pPr>
          </a:lstStyle>
          <a:p>
            <a:fld id="{BC0832D7-3018-45FE-844D-E99FF28EA541}" type="datetime4">
              <a:rPr lang="de-DE" smtClean="0"/>
              <a:t>19. November 2025</a:t>
            </a:fld>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p:ph type="body" sz="quarter" idx="14"/>
          </p:nvPr>
        </p:nvSpPr>
        <p:spPr>
          <a:xfrm>
            <a:off x="551384" y="5373216"/>
            <a:ext cx="2735262" cy="288000"/>
          </a:xfrm>
        </p:spPr>
        <p:txBody>
          <a:bodyPr lIns="0" tIns="36000" rIns="0" bIns="36000"/>
          <a:lstStyle>
            <a:lvl1pPr marL="0" indent="0">
              <a:lnSpc>
                <a:spcPct val="100000"/>
              </a:lnSpc>
              <a:buFont typeface="Arial" panose="020B0604020202020204" pitchFamily="34" charset="0"/>
              <a:buNone/>
              <a:defRPr sz="1400" b="0">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a:t>
            </a:r>
          </a:p>
          <a:p>
            <a:pPr lvl="1"/>
            <a:r>
              <a:rPr lang="de-DE"/>
              <a:t>Zweite Ebene</a:t>
            </a:r>
          </a:p>
        </p:txBody>
      </p:sp>
      <p:sp>
        <p:nvSpPr>
          <p:cNvPr id="11" name="Textfeld 10">
            <a:extLst>
              <a:ext uri="{FF2B5EF4-FFF2-40B4-BE49-F238E27FC236}">
                <a16:creationId xmlns:a16="http://schemas.microsoft.com/office/drawing/2014/main" id="{176C8FDC-83E3-4CFB-9FBB-CC817385F225}"/>
              </a:ext>
            </a:extLst>
          </p:cNvPr>
          <p:cNvSpPr txBox="1"/>
          <p:nvPr userDrawn="1"/>
        </p:nvSpPr>
        <p:spPr>
          <a:xfrm>
            <a:off x="551600" y="6093296"/>
            <a:ext cx="1944000" cy="269971"/>
          </a:xfrm>
          <a:prstGeom prst="rect">
            <a:avLst/>
          </a:prstGeom>
          <a:noFill/>
        </p:spPr>
        <p:txBody>
          <a:bodyPr wrap="square" lIns="0" tIns="50400" rIns="0" bIns="0" rtlCol="0">
            <a:spAutoFit/>
          </a:bodyPr>
          <a:lstStyle/>
          <a:p>
            <a:r>
              <a:rPr lang="de-DE" sz="1400" b="0" dirty="0">
                <a:solidFill>
                  <a:schemeClr val="bg1"/>
                </a:solidFill>
              </a:rPr>
              <a:t>uni-siegen.de</a:t>
            </a:r>
          </a:p>
        </p:txBody>
      </p:sp>
      <p:sp>
        <p:nvSpPr>
          <p:cNvPr id="13" name="Textfeld 12">
            <a:extLst>
              <a:ext uri="{FF2B5EF4-FFF2-40B4-BE49-F238E27FC236}">
                <a16:creationId xmlns:a16="http://schemas.microsoft.com/office/drawing/2014/main" id="{6867C71A-52EF-4930-886F-FF78AB0A4D61}"/>
              </a:ext>
            </a:extLst>
          </p:cNvPr>
          <p:cNvSpPr txBox="1"/>
          <p:nvPr userDrawn="1"/>
        </p:nvSpPr>
        <p:spPr>
          <a:xfrm>
            <a:off x="8904528" y="6093328"/>
            <a:ext cx="2808096" cy="288000"/>
          </a:xfrm>
          <a:prstGeom prst="rect">
            <a:avLst/>
          </a:prstGeom>
          <a:noFill/>
        </p:spPr>
        <p:txBody>
          <a:bodyPr wrap="square" lIns="0" tIns="7200" rIns="54000" bIns="0" rtlCol="0">
            <a:spAutoFit/>
          </a:bodyPr>
          <a:lstStyle/>
          <a:p>
            <a:pPr algn="r"/>
            <a:r>
              <a:rPr lang="de-DE" sz="1800" b="1" dirty="0">
                <a:solidFill>
                  <a:schemeClr val="tx1"/>
                </a:solidFill>
              </a:rPr>
              <a:t>www.uni-siegen.de</a:t>
            </a:r>
          </a:p>
        </p:txBody>
      </p:sp>
      <p:pic>
        <p:nvPicPr>
          <p:cNvPr id="15" name="Grafik 14">
            <a:extLst>
              <a:ext uri="{FF2B5EF4-FFF2-40B4-BE49-F238E27FC236}">
                <a16:creationId xmlns:a16="http://schemas.microsoft.com/office/drawing/2014/main" id="{81BC8DFC-328E-4592-A493-9FE55FA829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sp>
        <p:nvSpPr>
          <p:cNvPr id="7" name="Parallelogramm 6">
            <a:extLst>
              <a:ext uri="{FF2B5EF4-FFF2-40B4-BE49-F238E27FC236}">
                <a16:creationId xmlns:a16="http://schemas.microsoft.com/office/drawing/2014/main" id="{1A6939B3-CCF2-4414-BC75-53A7CB74BA33}"/>
              </a:ext>
            </a:extLst>
          </p:cNvPr>
          <p:cNvSpPr/>
          <p:nvPr userDrawn="1"/>
        </p:nvSpPr>
        <p:spPr>
          <a:xfrm>
            <a:off x="2545556" y="410982"/>
            <a:ext cx="339180" cy="826248"/>
          </a:xfrm>
          <a:prstGeom prst="parallelogram">
            <a:avLst>
              <a:gd name="adj" fmla="val 88798"/>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916401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2">
    <p:spTree>
      <p:nvGrpSpPr>
        <p:cNvPr id="1" name=""/>
        <p:cNvGrpSpPr/>
        <p:nvPr/>
      </p:nvGrpSpPr>
      <p:grpSpPr>
        <a:xfrm>
          <a:off x="0" y="0"/>
          <a:ext cx="0" cy="0"/>
          <a:chOff x="0" y="0"/>
          <a:chExt cx="0" cy="0"/>
        </a:xfrm>
      </p:grpSpPr>
      <p:sp>
        <p:nvSpPr>
          <p:cNvPr id="16" name="Freihandform: Form 15">
            <a:extLst>
              <a:ext uri="{FF2B5EF4-FFF2-40B4-BE49-F238E27FC236}">
                <a16:creationId xmlns:a16="http://schemas.microsoft.com/office/drawing/2014/main" id="{BEF123A1-25A8-4A9E-BFFA-071657D3FBD9}"/>
              </a:ext>
            </a:extLst>
          </p:cNvPr>
          <p:cNvSpPr/>
          <p:nvPr/>
        </p:nvSpPr>
        <p:spPr>
          <a:xfrm>
            <a:off x="1143" y="1799970"/>
            <a:ext cx="6204077" cy="5058029"/>
          </a:xfrm>
          <a:custGeom>
            <a:avLst/>
            <a:gdLst>
              <a:gd name="connsiteX0" fmla="*/ 0 w 6204077"/>
              <a:gd name="connsiteY0" fmla="*/ 0 h 5058029"/>
              <a:gd name="connsiteX1" fmla="*/ 0 w 6204077"/>
              <a:gd name="connsiteY1" fmla="*/ 5058029 h 5058029"/>
              <a:gd name="connsiteX2" fmla="*/ 4363212 w 6204077"/>
              <a:gd name="connsiteY2" fmla="*/ 5058029 h 5058029"/>
              <a:gd name="connsiteX3" fmla="*/ 6204077 w 6204077"/>
              <a:gd name="connsiteY3" fmla="*/ 0 h 5058029"/>
              <a:gd name="connsiteX4" fmla="*/ 0 w 6204077"/>
              <a:gd name="connsiteY4" fmla="*/ 0 h 5058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4077" h="5058029">
                <a:moveTo>
                  <a:pt x="0" y="0"/>
                </a:moveTo>
                <a:lnTo>
                  <a:pt x="0" y="5058029"/>
                </a:lnTo>
                <a:lnTo>
                  <a:pt x="4363212" y="5058029"/>
                </a:lnTo>
                <a:lnTo>
                  <a:pt x="6204077" y="0"/>
                </a:lnTo>
                <a:lnTo>
                  <a:pt x="0" y="0"/>
                </a:lnTo>
                <a:close/>
              </a:path>
            </a:pathLst>
          </a:custGeom>
          <a:solidFill>
            <a:schemeClr val="accent2"/>
          </a:solidFill>
          <a:ln w="12700" cap="flat">
            <a:noFill/>
            <a:prstDash val="solid"/>
            <a:miter/>
          </a:ln>
        </p:spPr>
        <p:txBody>
          <a:bodyPr rtlCol="0" anchor="ctr"/>
          <a:lstStyle/>
          <a:p>
            <a:endParaRPr lang="de-DE"/>
          </a:p>
        </p:txBody>
      </p:sp>
      <p:sp>
        <p:nvSpPr>
          <p:cNvPr id="2" name="Titel 1">
            <a:extLst>
              <a:ext uri="{FF2B5EF4-FFF2-40B4-BE49-F238E27FC236}">
                <a16:creationId xmlns:a16="http://schemas.microsoft.com/office/drawing/2014/main" id="{D7331B77-9E39-4467-A5A1-26D356813330}"/>
              </a:ext>
            </a:extLst>
          </p:cNvPr>
          <p:cNvSpPr>
            <a:spLocks noGrp="1"/>
          </p:cNvSpPr>
          <p:nvPr>
            <p:ph type="ctrTitle"/>
          </p:nvPr>
        </p:nvSpPr>
        <p:spPr>
          <a:xfrm>
            <a:off x="561872" y="1988840"/>
            <a:ext cx="4814048" cy="1368000"/>
          </a:xfrm>
        </p:spPr>
        <p:txBody>
          <a:bodyPr anchor="b">
            <a:normAutofit/>
          </a:bodyPr>
          <a:lstStyle>
            <a:lvl1pPr algn="l">
              <a:lnSpc>
                <a:spcPct val="100000"/>
              </a:lnSpc>
              <a:defRPr sz="4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83AD5C95-7D4D-48AE-8043-4BB0A41A3DD4}"/>
              </a:ext>
            </a:extLst>
          </p:cNvPr>
          <p:cNvSpPr>
            <a:spLocks noGrp="1"/>
          </p:cNvSpPr>
          <p:nvPr>
            <p:ph type="subTitle" idx="1"/>
          </p:nvPr>
        </p:nvSpPr>
        <p:spPr>
          <a:xfrm>
            <a:off x="551384" y="3645024"/>
            <a:ext cx="4176464" cy="1655762"/>
          </a:xfrm>
        </p:spPr>
        <p:txBody>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p:ph type="dt" sz="half" idx="10"/>
          </p:nvPr>
        </p:nvSpPr>
        <p:spPr>
          <a:xfrm>
            <a:off x="551384" y="5661248"/>
            <a:ext cx="1944000" cy="216000"/>
          </a:xfrm>
        </p:spPr>
        <p:txBody>
          <a:bodyPr tIns="0"/>
          <a:lstStyle>
            <a:lvl1pPr algn="l">
              <a:defRPr sz="1400">
                <a:solidFill>
                  <a:schemeClr val="bg1"/>
                </a:solidFill>
              </a:defRPr>
            </a:lvl1pPr>
          </a:lstStyle>
          <a:p>
            <a:fld id="{8F363FEE-5342-4B75-8ABE-3185CAB7EF8B}" type="datetime4">
              <a:rPr lang="de-DE" smtClean="0"/>
              <a:t>19. November 2025</a:t>
            </a:fld>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p:ph type="body" sz="quarter" idx="14"/>
          </p:nvPr>
        </p:nvSpPr>
        <p:spPr>
          <a:xfrm>
            <a:off x="551384" y="5373216"/>
            <a:ext cx="2735262" cy="288000"/>
          </a:xfrm>
        </p:spPr>
        <p:txBody>
          <a:bodyPr lIns="0" tIns="36000" rIns="0" bIns="36000"/>
          <a:lstStyle>
            <a:lvl1pPr marL="0" indent="0">
              <a:lnSpc>
                <a:spcPct val="100000"/>
              </a:lnSpc>
              <a:buFont typeface="Arial" panose="020B0604020202020204" pitchFamily="34" charset="0"/>
              <a:buNone/>
              <a:defRPr sz="1400" b="0">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a:t>
            </a:r>
          </a:p>
          <a:p>
            <a:pPr lvl="1"/>
            <a:r>
              <a:rPr lang="de-DE"/>
              <a:t>Zweite Ebene</a:t>
            </a:r>
          </a:p>
        </p:txBody>
      </p:sp>
      <p:sp>
        <p:nvSpPr>
          <p:cNvPr id="11" name="Textfeld 10">
            <a:extLst>
              <a:ext uri="{FF2B5EF4-FFF2-40B4-BE49-F238E27FC236}">
                <a16:creationId xmlns:a16="http://schemas.microsoft.com/office/drawing/2014/main" id="{176C8FDC-83E3-4CFB-9FBB-CC817385F225}"/>
              </a:ext>
            </a:extLst>
          </p:cNvPr>
          <p:cNvSpPr txBox="1"/>
          <p:nvPr userDrawn="1"/>
        </p:nvSpPr>
        <p:spPr>
          <a:xfrm>
            <a:off x="551600" y="6093296"/>
            <a:ext cx="1944000" cy="269971"/>
          </a:xfrm>
          <a:prstGeom prst="rect">
            <a:avLst/>
          </a:prstGeom>
          <a:noFill/>
        </p:spPr>
        <p:txBody>
          <a:bodyPr wrap="square" lIns="0" tIns="50400" rIns="0" bIns="0" rtlCol="0">
            <a:spAutoFit/>
          </a:bodyPr>
          <a:lstStyle/>
          <a:p>
            <a:r>
              <a:rPr lang="de-DE" sz="1400" b="0" dirty="0">
                <a:solidFill>
                  <a:schemeClr val="bg1"/>
                </a:solidFill>
              </a:rPr>
              <a:t>uni-siegen.de</a:t>
            </a:r>
          </a:p>
        </p:txBody>
      </p:sp>
      <p:sp>
        <p:nvSpPr>
          <p:cNvPr id="13" name="Textfeld 12">
            <a:extLst>
              <a:ext uri="{FF2B5EF4-FFF2-40B4-BE49-F238E27FC236}">
                <a16:creationId xmlns:a16="http://schemas.microsoft.com/office/drawing/2014/main" id="{6867C71A-52EF-4930-886F-FF78AB0A4D61}"/>
              </a:ext>
            </a:extLst>
          </p:cNvPr>
          <p:cNvSpPr txBox="1"/>
          <p:nvPr userDrawn="1"/>
        </p:nvSpPr>
        <p:spPr>
          <a:xfrm>
            <a:off x="8904528" y="6093328"/>
            <a:ext cx="2808096" cy="288000"/>
          </a:xfrm>
          <a:prstGeom prst="rect">
            <a:avLst/>
          </a:prstGeom>
          <a:noFill/>
        </p:spPr>
        <p:txBody>
          <a:bodyPr wrap="square" lIns="0" tIns="7200" rIns="54000" bIns="0" rtlCol="0">
            <a:spAutoFit/>
          </a:bodyPr>
          <a:lstStyle/>
          <a:p>
            <a:pPr algn="r"/>
            <a:r>
              <a:rPr lang="de-DE" sz="1800" b="1" dirty="0">
                <a:solidFill>
                  <a:schemeClr val="tx1"/>
                </a:solidFill>
              </a:rPr>
              <a:t>www.uni-siegen.de</a:t>
            </a:r>
          </a:p>
        </p:txBody>
      </p:sp>
      <p:pic>
        <p:nvPicPr>
          <p:cNvPr id="15" name="Grafik 14">
            <a:extLst>
              <a:ext uri="{FF2B5EF4-FFF2-40B4-BE49-F238E27FC236}">
                <a16:creationId xmlns:a16="http://schemas.microsoft.com/office/drawing/2014/main" id="{81BC8DFC-328E-4592-A493-9FE55FA829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sp>
        <p:nvSpPr>
          <p:cNvPr id="20" name="Bildplatzhalter 5">
            <a:extLst>
              <a:ext uri="{FF2B5EF4-FFF2-40B4-BE49-F238E27FC236}">
                <a16:creationId xmlns:a16="http://schemas.microsoft.com/office/drawing/2014/main" id="{F9BD75A0-50EF-4746-9BE8-67AB32E9E13E}"/>
              </a:ext>
            </a:extLst>
          </p:cNvPr>
          <p:cNvSpPr>
            <a:spLocks noGrp="1"/>
          </p:cNvSpPr>
          <p:nvPr>
            <p:ph type="pic" sz="quarter" idx="13"/>
          </p:nvPr>
        </p:nvSpPr>
        <p:spPr>
          <a:xfrm>
            <a:off x="4440810" y="-1"/>
            <a:ext cx="7751190" cy="6858000"/>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2000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9991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1 h 10000"/>
              <a:gd name="connsiteX1" fmla="*/ 3481 w 10000"/>
              <a:gd name="connsiteY1" fmla="*/ 19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7 h 10006"/>
              <a:gd name="connsiteX1" fmla="*/ 2388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 name="connsiteX0" fmla="*/ 0 w 10000"/>
              <a:gd name="connsiteY0" fmla="*/ 9997 h 10006"/>
              <a:gd name="connsiteX1" fmla="*/ 3222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6">
                <a:moveTo>
                  <a:pt x="0" y="9997"/>
                </a:moveTo>
                <a:lnTo>
                  <a:pt x="3222" y="0"/>
                </a:lnTo>
                <a:lnTo>
                  <a:pt x="10000" y="6"/>
                </a:lnTo>
                <a:lnTo>
                  <a:pt x="10000" y="10006"/>
                </a:lnTo>
                <a:lnTo>
                  <a:pt x="0" y="10006"/>
                </a:lnTo>
                <a:lnTo>
                  <a:pt x="0" y="9997"/>
                </a:lnTo>
                <a:close/>
              </a:path>
            </a:pathLst>
          </a:custGeom>
        </p:spPr>
        <p:txBody>
          <a:bodyPr/>
          <a:lstStyle/>
          <a:p>
            <a:r>
              <a:rPr lang="de-DE"/>
              <a:t>Bild durch Klicken auf Symbol hinzufügen</a:t>
            </a:r>
            <a:endParaRPr lang="de-DE" dirty="0"/>
          </a:p>
        </p:txBody>
      </p:sp>
      <p:sp>
        <p:nvSpPr>
          <p:cNvPr id="5" name="Parallelogramm 4">
            <a:extLst>
              <a:ext uri="{FF2B5EF4-FFF2-40B4-BE49-F238E27FC236}">
                <a16:creationId xmlns:a16="http://schemas.microsoft.com/office/drawing/2014/main" id="{47FD8D4E-1D46-4AE8-8F06-1952DCE10AFE}"/>
              </a:ext>
            </a:extLst>
          </p:cNvPr>
          <p:cNvSpPr/>
          <p:nvPr userDrawn="1"/>
        </p:nvSpPr>
        <p:spPr>
          <a:xfrm>
            <a:off x="2545556" y="410982"/>
            <a:ext cx="339180" cy="826248"/>
          </a:xfrm>
          <a:prstGeom prst="parallelogram">
            <a:avLst>
              <a:gd name="adj" fmla="val 88798"/>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637155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3">
    <p:spTree>
      <p:nvGrpSpPr>
        <p:cNvPr id="1" name=""/>
        <p:cNvGrpSpPr/>
        <p:nvPr/>
      </p:nvGrpSpPr>
      <p:grpSpPr>
        <a:xfrm>
          <a:off x="0" y="0"/>
          <a:ext cx="0" cy="0"/>
          <a:chOff x="0" y="0"/>
          <a:chExt cx="0" cy="0"/>
        </a:xfrm>
      </p:grpSpPr>
      <p:sp>
        <p:nvSpPr>
          <p:cNvPr id="12" name="Freihandform: Form 11">
            <a:extLst>
              <a:ext uri="{FF2B5EF4-FFF2-40B4-BE49-F238E27FC236}">
                <a16:creationId xmlns:a16="http://schemas.microsoft.com/office/drawing/2014/main" id="{F3235FC4-042F-4F1E-9123-84F5CE3FD4D8}"/>
              </a:ext>
            </a:extLst>
          </p:cNvPr>
          <p:cNvSpPr/>
          <p:nvPr userDrawn="1"/>
        </p:nvSpPr>
        <p:spPr>
          <a:xfrm>
            <a:off x="1143" y="1799970"/>
            <a:ext cx="7772146" cy="5058029"/>
          </a:xfrm>
          <a:custGeom>
            <a:avLst/>
            <a:gdLst>
              <a:gd name="connsiteX0" fmla="*/ 0 w 7772146"/>
              <a:gd name="connsiteY0" fmla="*/ 0 h 5058029"/>
              <a:gd name="connsiteX1" fmla="*/ 0 w 7772146"/>
              <a:gd name="connsiteY1" fmla="*/ 5058029 h 5058029"/>
              <a:gd name="connsiteX2" fmla="*/ 5931281 w 7772146"/>
              <a:gd name="connsiteY2" fmla="*/ 5058029 h 5058029"/>
              <a:gd name="connsiteX3" fmla="*/ 7772146 w 7772146"/>
              <a:gd name="connsiteY3" fmla="*/ 0 h 5058029"/>
              <a:gd name="connsiteX4" fmla="*/ 0 w 7772146"/>
              <a:gd name="connsiteY4" fmla="*/ 0 h 5058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146" h="5058029">
                <a:moveTo>
                  <a:pt x="0" y="0"/>
                </a:moveTo>
                <a:lnTo>
                  <a:pt x="0" y="5058029"/>
                </a:lnTo>
                <a:lnTo>
                  <a:pt x="5931281" y="5058029"/>
                </a:lnTo>
                <a:lnTo>
                  <a:pt x="7772146" y="0"/>
                </a:lnTo>
                <a:lnTo>
                  <a:pt x="0" y="0"/>
                </a:lnTo>
                <a:close/>
              </a:path>
            </a:pathLst>
          </a:custGeom>
          <a:solidFill>
            <a:schemeClr val="accent3"/>
          </a:solidFill>
          <a:ln w="12700" cap="flat">
            <a:noFill/>
            <a:prstDash val="solid"/>
            <a:miter/>
          </a:ln>
        </p:spPr>
        <p:txBody>
          <a:bodyPr rtlCol="0" anchor="ctr"/>
          <a:lstStyle/>
          <a:p>
            <a:endParaRPr lang="de-DE"/>
          </a:p>
        </p:txBody>
      </p:sp>
      <p:sp>
        <p:nvSpPr>
          <p:cNvPr id="2" name="Titel 1">
            <a:extLst>
              <a:ext uri="{FF2B5EF4-FFF2-40B4-BE49-F238E27FC236}">
                <a16:creationId xmlns:a16="http://schemas.microsoft.com/office/drawing/2014/main" id="{D7331B77-9E39-4467-A5A1-26D356813330}"/>
              </a:ext>
            </a:extLst>
          </p:cNvPr>
          <p:cNvSpPr>
            <a:spLocks noGrp="1"/>
          </p:cNvSpPr>
          <p:nvPr>
            <p:ph type="ctrTitle"/>
          </p:nvPr>
        </p:nvSpPr>
        <p:spPr>
          <a:xfrm>
            <a:off x="561872" y="1988840"/>
            <a:ext cx="5832000" cy="1368000"/>
          </a:xfrm>
        </p:spPr>
        <p:txBody>
          <a:bodyPr anchor="b">
            <a:normAutofit/>
          </a:bodyPr>
          <a:lstStyle>
            <a:lvl1pPr algn="l">
              <a:lnSpc>
                <a:spcPct val="100000"/>
              </a:lnSpc>
              <a:defRPr sz="4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83AD5C95-7D4D-48AE-8043-4BB0A41A3DD4}"/>
              </a:ext>
            </a:extLst>
          </p:cNvPr>
          <p:cNvSpPr>
            <a:spLocks noGrp="1"/>
          </p:cNvSpPr>
          <p:nvPr>
            <p:ph type="subTitle" idx="1"/>
          </p:nvPr>
        </p:nvSpPr>
        <p:spPr>
          <a:xfrm>
            <a:off x="551384" y="3645024"/>
            <a:ext cx="5544000" cy="1655762"/>
          </a:xfrm>
        </p:spPr>
        <p:txBody>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p:ph type="dt" sz="half" idx="10"/>
          </p:nvPr>
        </p:nvSpPr>
        <p:spPr>
          <a:xfrm>
            <a:off x="551384" y="5661248"/>
            <a:ext cx="1944000" cy="216000"/>
          </a:xfrm>
        </p:spPr>
        <p:txBody>
          <a:bodyPr tIns="0"/>
          <a:lstStyle>
            <a:lvl1pPr algn="l">
              <a:defRPr sz="1400">
                <a:solidFill>
                  <a:schemeClr val="bg1"/>
                </a:solidFill>
              </a:defRPr>
            </a:lvl1pPr>
          </a:lstStyle>
          <a:p>
            <a:fld id="{5CB6B16F-E7F7-4A2F-962E-173C46334787}" type="datetime4">
              <a:rPr lang="de-DE" smtClean="0"/>
              <a:t>19. November 2025</a:t>
            </a:fld>
            <a:endParaRPr lang="de-DE" dirty="0"/>
          </a:p>
        </p:txBody>
      </p:sp>
      <p:sp>
        <p:nvSpPr>
          <p:cNvPr id="10" name="Bildplatzhalter 5">
            <a:extLst>
              <a:ext uri="{FF2B5EF4-FFF2-40B4-BE49-F238E27FC236}">
                <a16:creationId xmlns:a16="http://schemas.microsoft.com/office/drawing/2014/main" id="{9AEF6772-FBE0-43F3-83D5-B7854CAEF2C4}"/>
              </a:ext>
            </a:extLst>
          </p:cNvPr>
          <p:cNvSpPr>
            <a:spLocks noGrp="1"/>
          </p:cNvSpPr>
          <p:nvPr>
            <p:ph type="pic" sz="quarter" idx="13"/>
          </p:nvPr>
        </p:nvSpPr>
        <p:spPr>
          <a:xfrm>
            <a:off x="6565988" y="0"/>
            <a:ext cx="5634802" cy="5336055"/>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2000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9991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1 h 10000"/>
              <a:gd name="connsiteX1" fmla="*/ 3481 w 10000"/>
              <a:gd name="connsiteY1" fmla="*/ 19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9991"/>
                </a:moveTo>
                <a:lnTo>
                  <a:pt x="3481" y="19"/>
                </a:lnTo>
                <a:lnTo>
                  <a:pt x="10000" y="0"/>
                </a:lnTo>
                <a:lnTo>
                  <a:pt x="10000" y="10000"/>
                </a:lnTo>
                <a:lnTo>
                  <a:pt x="0" y="10000"/>
                </a:lnTo>
                <a:lnTo>
                  <a:pt x="0" y="9991"/>
                </a:lnTo>
                <a:close/>
              </a:path>
            </a:pathLst>
          </a:custGeom>
        </p:spPr>
        <p:txBody>
          <a:bodyPr/>
          <a:lstStyle/>
          <a:p>
            <a:r>
              <a:rPr lang="de-DE"/>
              <a:t>Bild durch Klicken auf Symbol hinzufügen</a:t>
            </a:r>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p:ph type="body" sz="quarter" idx="14"/>
          </p:nvPr>
        </p:nvSpPr>
        <p:spPr>
          <a:xfrm>
            <a:off x="551384" y="5373216"/>
            <a:ext cx="2735262" cy="288000"/>
          </a:xfrm>
        </p:spPr>
        <p:txBody>
          <a:bodyPr lIns="0" tIns="36000" rIns="0" bIns="36000"/>
          <a:lstStyle>
            <a:lvl1pPr marL="0" indent="0">
              <a:lnSpc>
                <a:spcPct val="100000"/>
              </a:lnSpc>
              <a:buFont typeface="Arial" panose="020B0604020202020204" pitchFamily="34" charset="0"/>
              <a:buNone/>
              <a:defRPr sz="1400" b="0">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a:t>
            </a:r>
          </a:p>
        </p:txBody>
      </p:sp>
      <p:sp>
        <p:nvSpPr>
          <p:cNvPr id="11" name="Textfeld 10">
            <a:extLst>
              <a:ext uri="{FF2B5EF4-FFF2-40B4-BE49-F238E27FC236}">
                <a16:creationId xmlns:a16="http://schemas.microsoft.com/office/drawing/2014/main" id="{176C8FDC-83E3-4CFB-9FBB-CC817385F225}"/>
              </a:ext>
            </a:extLst>
          </p:cNvPr>
          <p:cNvSpPr txBox="1"/>
          <p:nvPr userDrawn="1"/>
        </p:nvSpPr>
        <p:spPr>
          <a:xfrm>
            <a:off x="551600" y="6093296"/>
            <a:ext cx="1944000" cy="269971"/>
          </a:xfrm>
          <a:prstGeom prst="rect">
            <a:avLst/>
          </a:prstGeom>
          <a:noFill/>
        </p:spPr>
        <p:txBody>
          <a:bodyPr wrap="square" lIns="0" tIns="50400" rIns="0" bIns="0" rtlCol="0">
            <a:spAutoFit/>
          </a:bodyPr>
          <a:lstStyle/>
          <a:p>
            <a:r>
              <a:rPr lang="de-DE" sz="1400" b="0" dirty="0">
                <a:solidFill>
                  <a:schemeClr val="bg1"/>
                </a:solidFill>
              </a:rPr>
              <a:t>uni-siegen.de</a:t>
            </a:r>
          </a:p>
        </p:txBody>
      </p:sp>
      <p:sp>
        <p:nvSpPr>
          <p:cNvPr id="13" name="Textfeld 12">
            <a:extLst>
              <a:ext uri="{FF2B5EF4-FFF2-40B4-BE49-F238E27FC236}">
                <a16:creationId xmlns:a16="http://schemas.microsoft.com/office/drawing/2014/main" id="{6867C71A-52EF-4930-886F-FF78AB0A4D61}"/>
              </a:ext>
            </a:extLst>
          </p:cNvPr>
          <p:cNvSpPr txBox="1"/>
          <p:nvPr userDrawn="1"/>
        </p:nvSpPr>
        <p:spPr>
          <a:xfrm>
            <a:off x="8904528" y="6093328"/>
            <a:ext cx="2808096" cy="288000"/>
          </a:xfrm>
          <a:prstGeom prst="rect">
            <a:avLst/>
          </a:prstGeom>
          <a:noFill/>
        </p:spPr>
        <p:txBody>
          <a:bodyPr wrap="square" lIns="0" tIns="7200" rIns="54000" bIns="0" rtlCol="0">
            <a:spAutoFit/>
          </a:bodyPr>
          <a:lstStyle/>
          <a:p>
            <a:pPr algn="r"/>
            <a:r>
              <a:rPr lang="de-DE" sz="1800" b="1" dirty="0">
                <a:solidFill>
                  <a:schemeClr val="accent6"/>
                </a:solidFill>
              </a:rPr>
              <a:t>www.uni-siegen.de</a:t>
            </a:r>
          </a:p>
        </p:txBody>
      </p:sp>
      <p:pic>
        <p:nvPicPr>
          <p:cNvPr id="16" name="Grafik 15">
            <a:extLst>
              <a:ext uri="{FF2B5EF4-FFF2-40B4-BE49-F238E27FC236}">
                <a16:creationId xmlns:a16="http://schemas.microsoft.com/office/drawing/2014/main" id="{DF16CAD2-C6A9-4BDA-8A63-78EB651090F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sp>
        <p:nvSpPr>
          <p:cNvPr id="5" name="Parallelogramm 4">
            <a:extLst>
              <a:ext uri="{FF2B5EF4-FFF2-40B4-BE49-F238E27FC236}">
                <a16:creationId xmlns:a16="http://schemas.microsoft.com/office/drawing/2014/main" id="{8443D55D-6E4B-4E61-8FFA-D4707884F1A4}"/>
              </a:ext>
            </a:extLst>
          </p:cNvPr>
          <p:cNvSpPr/>
          <p:nvPr userDrawn="1"/>
        </p:nvSpPr>
        <p:spPr>
          <a:xfrm>
            <a:off x="2545556" y="410982"/>
            <a:ext cx="339180" cy="826248"/>
          </a:xfrm>
          <a:prstGeom prst="parallelogram">
            <a:avLst>
              <a:gd name="adj" fmla="val 88798"/>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505079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4">
    <p:spTree>
      <p:nvGrpSpPr>
        <p:cNvPr id="1" name=""/>
        <p:cNvGrpSpPr/>
        <p:nvPr/>
      </p:nvGrpSpPr>
      <p:grpSpPr>
        <a:xfrm>
          <a:off x="0" y="0"/>
          <a:ext cx="0" cy="0"/>
          <a:chOff x="0" y="0"/>
          <a:chExt cx="0" cy="0"/>
        </a:xfrm>
      </p:grpSpPr>
      <p:sp>
        <p:nvSpPr>
          <p:cNvPr id="30" name="Bildplatzhalter 29">
            <a:extLst>
              <a:ext uri="{FF2B5EF4-FFF2-40B4-BE49-F238E27FC236}">
                <a16:creationId xmlns:a16="http://schemas.microsoft.com/office/drawing/2014/main" id="{366C48F0-18AD-4901-ACFD-4959DB204F22}"/>
              </a:ext>
            </a:extLst>
          </p:cNvPr>
          <p:cNvSpPr>
            <a:spLocks noGrp="1"/>
          </p:cNvSpPr>
          <p:nvPr>
            <p:ph type="pic" sz="quarter" idx="13"/>
          </p:nvPr>
        </p:nvSpPr>
        <p:spPr>
          <a:xfrm>
            <a:off x="0" y="3525624"/>
            <a:ext cx="12200790" cy="3332375"/>
          </a:xfrm>
          <a:custGeom>
            <a:avLst/>
            <a:gdLst>
              <a:gd name="connsiteX0" fmla="*/ 2089 w 12200790"/>
              <a:gd name="connsiteY0" fmla="*/ 3956 h 3332375"/>
              <a:gd name="connsiteX1" fmla="*/ 2089 w 12200790"/>
              <a:gd name="connsiteY1" fmla="*/ 4210 h 3332375"/>
              <a:gd name="connsiteX2" fmla="*/ 2089 w 12200790"/>
              <a:gd name="connsiteY2" fmla="*/ 1263923 h 3332375"/>
              <a:gd name="connsiteX3" fmla="*/ 4506272 w 12200790"/>
              <a:gd name="connsiteY3" fmla="*/ 1263923 h 3332375"/>
              <a:gd name="connsiteX4" fmla="*/ 4964868 w 12200790"/>
              <a:gd name="connsiteY4" fmla="*/ 3956 h 3332375"/>
              <a:gd name="connsiteX5" fmla="*/ 0 w 12200790"/>
              <a:gd name="connsiteY5" fmla="*/ 0 h 3332375"/>
              <a:gd name="connsiteX6" fmla="*/ 12200790 w 12200790"/>
              <a:gd name="connsiteY6" fmla="*/ 0 h 3332375"/>
              <a:gd name="connsiteX7" fmla="*/ 12200790 w 12200790"/>
              <a:gd name="connsiteY7" fmla="*/ 3332375 h 3332375"/>
              <a:gd name="connsiteX8" fmla="*/ 0 w 12200790"/>
              <a:gd name="connsiteY8" fmla="*/ 3332375 h 333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0790" h="3332375">
                <a:moveTo>
                  <a:pt x="2089" y="3956"/>
                </a:moveTo>
                <a:lnTo>
                  <a:pt x="2089" y="4210"/>
                </a:lnTo>
                <a:lnTo>
                  <a:pt x="2089" y="1263923"/>
                </a:lnTo>
                <a:lnTo>
                  <a:pt x="4506272" y="1263923"/>
                </a:lnTo>
                <a:lnTo>
                  <a:pt x="4964868" y="3956"/>
                </a:lnTo>
                <a:close/>
                <a:moveTo>
                  <a:pt x="0" y="0"/>
                </a:moveTo>
                <a:lnTo>
                  <a:pt x="12200790" y="0"/>
                </a:lnTo>
                <a:lnTo>
                  <a:pt x="12200790" y="3332375"/>
                </a:lnTo>
                <a:lnTo>
                  <a:pt x="0" y="3332375"/>
                </a:lnTo>
                <a:close/>
              </a:path>
            </a:pathLst>
          </a:custGeom>
        </p:spPr>
        <p:txBody>
          <a:bodyPr wrap="square">
            <a:noAutofit/>
          </a:bodyPr>
          <a:lstStyle/>
          <a:p>
            <a:r>
              <a:rPr lang="de-DE"/>
              <a:t>Bild durch Klicken auf Symbol hinzufügen</a:t>
            </a:r>
            <a:endParaRPr lang="de-DE" dirty="0"/>
          </a:p>
        </p:txBody>
      </p:sp>
      <p:grpSp>
        <p:nvGrpSpPr>
          <p:cNvPr id="5" name="Gruppieren 4">
            <a:extLst>
              <a:ext uri="{FF2B5EF4-FFF2-40B4-BE49-F238E27FC236}">
                <a16:creationId xmlns:a16="http://schemas.microsoft.com/office/drawing/2014/main" id="{6EE8D75E-CDB6-4653-B9AE-7D324982960B}"/>
              </a:ext>
            </a:extLst>
          </p:cNvPr>
          <p:cNvGrpSpPr/>
          <p:nvPr userDrawn="1"/>
        </p:nvGrpSpPr>
        <p:grpSpPr>
          <a:xfrm>
            <a:off x="1143" y="1799970"/>
            <a:ext cx="12193142" cy="2988056"/>
            <a:chOff x="1143" y="1799970"/>
            <a:chExt cx="12193142" cy="2988056"/>
          </a:xfrm>
        </p:grpSpPr>
        <p:sp>
          <p:nvSpPr>
            <p:cNvPr id="19" name="Freihandform: Form 18">
              <a:extLst>
                <a:ext uri="{FF2B5EF4-FFF2-40B4-BE49-F238E27FC236}">
                  <a16:creationId xmlns:a16="http://schemas.microsoft.com/office/drawing/2014/main" id="{B7077F29-90D2-4856-AC0B-18C2BCF2A466}"/>
                </a:ext>
              </a:extLst>
            </p:cNvPr>
            <p:cNvSpPr/>
            <p:nvPr/>
          </p:nvSpPr>
          <p:spPr>
            <a:xfrm>
              <a:off x="1143" y="1799970"/>
              <a:ext cx="8394064" cy="1656080"/>
            </a:xfrm>
            <a:custGeom>
              <a:avLst/>
              <a:gdLst>
                <a:gd name="connsiteX0" fmla="*/ 7791323 w 8394064"/>
                <a:gd name="connsiteY0" fmla="*/ 0 h 1656080"/>
                <a:gd name="connsiteX1" fmla="*/ 0 w 8394064"/>
                <a:gd name="connsiteY1" fmla="*/ 0 h 1656080"/>
                <a:gd name="connsiteX2" fmla="*/ 0 w 8394064"/>
                <a:gd name="connsiteY2" fmla="*/ 1655064 h 1656080"/>
                <a:gd name="connsiteX3" fmla="*/ 254 w 8394064"/>
                <a:gd name="connsiteY3" fmla="*/ 1656080 h 1656080"/>
                <a:gd name="connsiteX4" fmla="*/ 8394065 w 8394064"/>
                <a:gd name="connsiteY4" fmla="*/ 1656080 h 1656080"/>
                <a:gd name="connsiteX5" fmla="*/ 7791323 w 8394064"/>
                <a:gd name="connsiteY5" fmla="*/ 0 h 16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94064" h="1656080">
                  <a:moveTo>
                    <a:pt x="7791323" y="0"/>
                  </a:moveTo>
                  <a:lnTo>
                    <a:pt x="0" y="0"/>
                  </a:lnTo>
                  <a:lnTo>
                    <a:pt x="0" y="1655064"/>
                  </a:lnTo>
                  <a:lnTo>
                    <a:pt x="254" y="1656080"/>
                  </a:lnTo>
                  <a:lnTo>
                    <a:pt x="8394065" y="1656080"/>
                  </a:lnTo>
                  <a:lnTo>
                    <a:pt x="7791323" y="0"/>
                  </a:lnTo>
                  <a:close/>
                </a:path>
              </a:pathLst>
            </a:custGeom>
            <a:solidFill>
              <a:schemeClr val="accent2"/>
            </a:solidFill>
            <a:ln w="12700" cap="flat">
              <a:noFill/>
              <a:prstDash val="solid"/>
              <a:miter/>
            </a:ln>
          </p:spPr>
          <p:txBody>
            <a:bodyPr rtlCol="0" anchor="ctr"/>
            <a:lstStyle/>
            <a:p>
              <a:endParaRPr lang="de-DE"/>
            </a:p>
          </p:txBody>
        </p:sp>
        <p:sp>
          <p:nvSpPr>
            <p:cNvPr id="20" name="Freihandform: Form 19">
              <a:extLst>
                <a:ext uri="{FF2B5EF4-FFF2-40B4-BE49-F238E27FC236}">
                  <a16:creationId xmlns:a16="http://schemas.microsoft.com/office/drawing/2014/main" id="{A4260301-D0DA-4666-BE90-9F1A296B1B81}"/>
                </a:ext>
              </a:extLst>
            </p:cNvPr>
            <p:cNvSpPr/>
            <p:nvPr userDrawn="1"/>
          </p:nvSpPr>
          <p:spPr>
            <a:xfrm>
              <a:off x="1143" y="3528059"/>
              <a:ext cx="4962778" cy="1259967"/>
            </a:xfrm>
            <a:custGeom>
              <a:avLst/>
              <a:gdLst>
                <a:gd name="connsiteX0" fmla="*/ 0 w 4962778"/>
                <a:gd name="connsiteY0" fmla="*/ 0 h 1259967"/>
                <a:gd name="connsiteX1" fmla="*/ 0 w 4962778"/>
                <a:gd name="connsiteY1" fmla="*/ 254 h 1259967"/>
                <a:gd name="connsiteX2" fmla="*/ 0 w 4962778"/>
                <a:gd name="connsiteY2" fmla="*/ 1259967 h 1259967"/>
                <a:gd name="connsiteX3" fmla="*/ 4504182 w 4962778"/>
                <a:gd name="connsiteY3" fmla="*/ 1259967 h 1259967"/>
                <a:gd name="connsiteX4" fmla="*/ 4962779 w 4962778"/>
                <a:gd name="connsiteY4" fmla="*/ 0 h 1259967"/>
                <a:gd name="connsiteX5" fmla="*/ 0 w 4962778"/>
                <a:gd name="connsiteY5" fmla="*/ 0 h 1259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2778" h="1259967">
                  <a:moveTo>
                    <a:pt x="0" y="0"/>
                  </a:moveTo>
                  <a:lnTo>
                    <a:pt x="0" y="254"/>
                  </a:lnTo>
                  <a:lnTo>
                    <a:pt x="0" y="1259967"/>
                  </a:lnTo>
                  <a:lnTo>
                    <a:pt x="4504182" y="1259967"/>
                  </a:lnTo>
                  <a:lnTo>
                    <a:pt x="4962779" y="0"/>
                  </a:lnTo>
                  <a:lnTo>
                    <a:pt x="0" y="0"/>
                  </a:lnTo>
                  <a:close/>
                </a:path>
              </a:pathLst>
            </a:custGeom>
            <a:solidFill>
              <a:schemeClr val="accent3"/>
            </a:solidFill>
            <a:ln w="12700" cap="flat">
              <a:noFill/>
              <a:prstDash val="solid"/>
              <a:miter/>
            </a:ln>
          </p:spPr>
          <p:txBody>
            <a:bodyPr rtlCol="0" anchor="ctr"/>
            <a:lstStyle/>
            <a:p>
              <a:endParaRPr lang="de-DE"/>
            </a:p>
          </p:txBody>
        </p:sp>
        <p:sp>
          <p:nvSpPr>
            <p:cNvPr id="21" name="Freihandform: Form 20">
              <a:extLst>
                <a:ext uri="{FF2B5EF4-FFF2-40B4-BE49-F238E27FC236}">
                  <a16:creationId xmlns:a16="http://schemas.microsoft.com/office/drawing/2014/main" id="{EB664266-A3D1-42B6-AF62-5163DEE7328E}"/>
                </a:ext>
              </a:extLst>
            </p:cNvPr>
            <p:cNvSpPr/>
            <p:nvPr/>
          </p:nvSpPr>
          <p:spPr>
            <a:xfrm>
              <a:off x="8196326" y="2700020"/>
              <a:ext cx="3997959" cy="756030"/>
            </a:xfrm>
            <a:custGeom>
              <a:avLst/>
              <a:gdLst>
                <a:gd name="connsiteX0" fmla="*/ 3997960 w 3997959"/>
                <a:gd name="connsiteY0" fmla="*/ 0 h 756030"/>
                <a:gd name="connsiteX1" fmla="*/ 0 w 3997959"/>
                <a:gd name="connsiteY1" fmla="*/ 0 h 756030"/>
                <a:gd name="connsiteX2" fmla="*/ 275209 w 3997959"/>
                <a:gd name="connsiteY2" fmla="*/ 756031 h 756030"/>
                <a:gd name="connsiteX3" fmla="*/ 3997960 w 3997959"/>
                <a:gd name="connsiteY3" fmla="*/ 756031 h 756030"/>
                <a:gd name="connsiteX4" fmla="*/ 3997960 w 3997959"/>
                <a:gd name="connsiteY4" fmla="*/ 0 h 756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7959" h="756030">
                  <a:moveTo>
                    <a:pt x="3997960" y="0"/>
                  </a:moveTo>
                  <a:lnTo>
                    <a:pt x="0" y="0"/>
                  </a:lnTo>
                  <a:lnTo>
                    <a:pt x="275209" y="756031"/>
                  </a:lnTo>
                  <a:lnTo>
                    <a:pt x="3997960" y="756031"/>
                  </a:lnTo>
                  <a:lnTo>
                    <a:pt x="3997960" y="0"/>
                  </a:lnTo>
                  <a:close/>
                </a:path>
              </a:pathLst>
            </a:custGeom>
            <a:solidFill>
              <a:schemeClr val="accent6"/>
            </a:solidFill>
            <a:ln w="12700" cap="flat">
              <a:noFill/>
              <a:prstDash val="solid"/>
              <a:miter/>
            </a:ln>
          </p:spPr>
          <p:txBody>
            <a:bodyPr rtlCol="0" anchor="ctr"/>
            <a:lstStyle/>
            <a:p>
              <a:endParaRPr lang="de-DE"/>
            </a:p>
          </p:txBody>
        </p:sp>
      </p:grpSp>
      <p:sp>
        <p:nvSpPr>
          <p:cNvPr id="2" name="Titel 1">
            <a:extLst>
              <a:ext uri="{FF2B5EF4-FFF2-40B4-BE49-F238E27FC236}">
                <a16:creationId xmlns:a16="http://schemas.microsoft.com/office/drawing/2014/main" id="{D7331B77-9E39-4467-A5A1-26D356813330}"/>
              </a:ext>
            </a:extLst>
          </p:cNvPr>
          <p:cNvSpPr>
            <a:spLocks noGrp="1"/>
          </p:cNvSpPr>
          <p:nvPr userDrawn="1">
            <p:ph type="ctrTitle"/>
          </p:nvPr>
        </p:nvSpPr>
        <p:spPr>
          <a:xfrm>
            <a:off x="561872" y="2061000"/>
            <a:ext cx="5832000" cy="1152000"/>
          </a:xfrm>
        </p:spPr>
        <p:txBody>
          <a:bodyPr anchor="t" anchorCtr="0">
            <a:normAutofit/>
          </a:bodyPr>
          <a:lstStyle>
            <a:lvl1pPr algn="l">
              <a:lnSpc>
                <a:spcPct val="100000"/>
              </a:lnSpc>
              <a:defRPr sz="3600">
                <a:solidFill>
                  <a:schemeClr val="bg1"/>
                </a:solidFill>
              </a:defRPr>
            </a:lvl1pPr>
          </a:lstStyle>
          <a:p>
            <a:r>
              <a:rPr lang="de-DE"/>
              <a:t>Mastertitelformat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userDrawn="1">
            <p:ph type="dt" sz="half" idx="10"/>
          </p:nvPr>
        </p:nvSpPr>
        <p:spPr>
          <a:xfrm>
            <a:off x="551384" y="4149080"/>
            <a:ext cx="2592288" cy="288000"/>
          </a:xfrm>
        </p:spPr>
        <p:txBody>
          <a:bodyPr tIns="28800"/>
          <a:lstStyle>
            <a:lvl1pPr algn="l">
              <a:defRPr sz="1800" b="1">
                <a:solidFill>
                  <a:schemeClr val="bg1"/>
                </a:solidFill>
              </a:defRPr>
            </a:lvl1pPr>
          </a:lstStyle>
          <a:p>
            <a:fld id="{3A2A1C9B-6105-4AF0-A69A-819419A5CD9E}" type="datetime4">
              <a:rPr lang="de-DE" smtClean="0"/>
              <a:t>19. November 2025</a:t>
            </a:fld>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userDrawn="1">
            <p:ph type="body" sz="quarter" idx="14"/>
          </p:nvPr>
        </p:nvSpPr>
        <p:spPr>
          <a:xfrm>
            <a:off x="551704" y="3860224"/>
            <a:ext cx="2880000" cy="288000"/>
          </a:xfrm>
        </p:spPr>
        <p:txBody>
          <a:bodyPr lIns="0" tIns="0" rIns="0" bIns="36000"/>
          <a:lstStyle>
            <a:lvl1pPr marL="0" indent="0">
              <a:lnSpc>
                <a:spcPct val="100000"/>
              </a:lnSpc>
              <a:buFont typeface="Arial" panose="020B0604020202020204" pitchFamily="34" charset="0"/>
              <a:buNone/>
              <a:defRPr sz="1800" b="1">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a:t>
            </a:r>
          </a:p>
        </p:txBody>
      </p:sp>
      <p:sp>
        <p:nvSpPr>
          <p:cNvPr id="11" name="Textfeld 10">
            <a:extLst>
              <a:ext uri="{FF2B5EF4-FFF2-40B4-BE49-F238E27FC236}">
                <a16:creationId xmlns:a16="http://schemas.microsoft.com/office/drawing/2014/main" id="{176C8FDC-83E3-4CFB-9FBB-CC817385F225}"/>
              </a:ext>
            </a:extLst>
          </p:cNvPr>
          <p:cNvSpPr txBox="1"/>
          <p:nvPr userDrawn="1"/>
        </p:nvSpPr>
        <p:spPr>
          <a:xfrm>
            <a:off x="551600" y="6093296"/>
            <a:ext cx="1944000" cy="269971"/>
          </a:xfrm>
          <a:prstGeom prst="rect">
            <a:avLst/>
          </a:prstGeom>
          <a:noFill/>
        </p:spPr>
        <p:txBody>
          <a:bodyPr wrap="square" lIns="0" tIns="50400" rIns="0" bIns="0" rtlCol="0">
            <a:spAutoFit/>
          </a:bodyPr>
          <a:lstStyle/>
          <a:p>
            <a:r>
              <a:rPr lang="de-DE" sz="1400" b="0" dirty="0">
                <a:solidFill>
                  <a:schemeClr val="bg1"/>
                </a:solidFill>
              </a:rPr>
              <a:t>uni-siegen.de</a:t>
            </a:r>
          </a:p>
        </p:txBody>
      </p:sp>
      <p:pic>
        <p:nvPicPr>
          <p:cNvPr id="16" name="Grafik 15">
            <a:extLst>
              <a:ext uri="{FF2B5EF4-FFF2-40B4-BE49-F238E27FC236}">
                <a16:creationId xmlns:a16="http://schemas.microsoft.com/office/drawing/2014/main" id="{DF16CAD2-C6A9-4BDA-8A63-78EB651090F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sp>
        <p:nvSpPr>
          <p:cNvPr id="14" name="Textfeld 13">
            <a:extLst>
              <a:ext uri="{FF2B5EF4-FFF2-40B4-BE49-F238E27FC236}">
                <a16:creationId xmlns:a16="http://schemas.microsoft.com/office/drawing/2014/main" id="{3550EBE3-0EAF-4040-B318-81F139A68E0D}"/>
              </a:ext>
            </a:extLst>
          </p:cNvPr>
          <p:cNvSpPr txBox="1"/>
          <p:nvPr userDrawn="1"/>
        </p:nvSpPr>
        <p:spPr>
          <a:xfrm>
            <a:off x="8832304" y="2924976"/>
            <a:ext cx="1944000" cy="288000"/>
          </a:xfrm>
          <a:prstGeom prst="rect">
            <a:avLst/>
          </a:prstGeom>
          <a:noFill/>
        </p:spPr>
        <p:txBody>
          <a:bodyPr wrap="square" lIns="14400" tIns="10800" rIns="0" bIns="0" rtlCol="0">
            <a:spAutoFit/>
          </a:bodyPr>
          <a:lstStyle/>
          <a:p>
            <a:r>
              <a:rPr lang="de-DE" sz="1800" b="1" dirty="0">
                <a:solidFill>
                  <a:schemeClr val="bg1"/>
                </a:solidFill>
              </a:rPr>
              <a:t>uni-siegen.de</a:t>
            </a:r>
          </a:p>
        </p:txBody>
      </p:sp>
      <p:sp>
        <p:nvSpPr>
          <p:cNvPr id="3" name="Parallelogramm 2">
            <a:extLst>
              <a:ext uri="{FF2B5EF4-FFF2-40B4-BE49-F238E27FC236}">
                <a16:creationId xmlns:a16="http://schemas.microsoft.com/office/drawing/2014/main" id="{3F307598-9184-42AD-95C5-B30CE9F0F16D}"/>
              </a:ext>
            </a:extLst>
          </p:cNvPr>
          <p:cNvSpPr/>
          <p:nvPr userDrawn="1"/>
        </p:nvSpPr>
        <p:spPr>
          <a:xfrm>
            <a:off x="2545556" y="410982"/>
            <a:ext cx="339180" cy="826248"/>
          </a:xfrm>
          <a:prstGeom prst="parallelogram">
            <a:avLst>
              <a:gd name="adj" fmla="val 88798"/>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82694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331B77-9E39-4467-A5A1-26D356813330}"/>
              </a:ext>
            </a:extLst>
          </p:cNvPr>
          <p:cNvSpPr>
            <a:spLocks noGrp="1"/>
          </p:cNvSpPr>
          <p:nvPr>
            <p:ph type="ctrTitle"/>
          </p:nvPr>
        </p:nvSpPr>
        <p:spPr>
          <a:xfrm>
            <a:off x="561872" y="1988840"/>
            <a:ext cx="5832000" cy="1368000"/>
          </a:xfrm>
        </p:spPr>
        <p:txBody>
          <a:bodyPr anchor="b">
            <a:normAutofit/>
          </a:bodyPr>
          <a:lstStyle>
            <a:lvl1pPr algn="l">
              <a:lnSpc>
                <a:spcPct val="100000"/>
              </a:lnSpc>
              <a:defRPr sz="4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83AD5C95-7D4D-48AE-8043-4BB0A41A3DD4}"/>
              </a:ext>
            </a:extLst>
          </p:cNvPr>
          <p:cNvSpPr>
            <a:spLocks noGrp="1"/>
          </p:cNvSpPr>
          <p:nvPr>
            <p:ph type="subTitle" idx="1"/>
          </p:nvPr>
        </p:nvSpPr>
        <p:spPr>
          <a:xfrm>
            <a:off x="551384" y="3645024"/>
            <a:ext cx="5544000" cy="1655762"/>
          </a:xfrm>
        </p:spPr>
        <p:txBody>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p:ph type="dt" sz="half" idx="10"/>
          </p:nvPr>
        </p:nvSpPr>
        <p:spPr>
          <a:xfrm>
            <a:off x="551384" y="6021312"/>
            <a:ext cx="1944000" cy="216000"/>
          </a:xfrm>
        </p:spPr>
        <p:txBody>
          <a:bodyPr tIns="0"/>
          <a:lstStyle>
            <a:lvl1pPr algn="l">
              <a:defRPr sz="1400">
                <a:solidFill>
                  <a:schemeClr val="bg1"/>
                </a:solidFill>
              </a:defRPr>
            </a:lvl1pPr>
          </a:lstStyle>
          <a:p>
            <a:fld id="{F7129713-2D11-4C7F-809F-786C1C71B94D}" type="datetime4">
              <a:rPr lang="de-DE" smtClean="0"/>
              <a:t>19. November 2025</a:t>
            </a:fld>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p:ph type="body" sz="quarter" idx="14"/>
          </p:nvPr>
        </p:nvSpPr>
        <p:spPr>
          <a:xfrm>
            <a:off x="551384" y="5733280"/>
            <a:ext cx="2735262" cy="288000"/>
          </a:xfrm>
        </p:spPr>
        <p:txBody>
          <a:bodyPr lIns="0" tIns="36000" rIns="0" bIns="36000"/>
          <a:lstStyle>
            <a:lvl1pPr marL="0" indent="0">
              <a:lnSpc>
                <a:spcPct val="100000"/>
              </a:lnSpc>
              <a:buFont typeface="Arial" panose="020B0604020202020204" pitchFamily="34" charset="0"/>
              <a:buNone/>
              <a:defRPr sz="1400" b="0">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a:t>
            </a:r>
          </a:p>
        </p:txBody>
      </p:sp>
      <p:sp>
        <p:nvSpPr>
          <p:cNvPr id="13" name="Textfeld 12">
            <a:extLst>
              <a:ext uri="{FF2B5EF4-FFF2-40B4-BE49-F238E27FC236}">
                <a16:creationId xmlns:a16="http://schemas.microsoft.com/office/drawing/2014/main" id="{6867C71A-52EF-4930-886F-FF78AB0A4D61}"/>
              </a:ext>
            </a:extLst>
          </p:cNvPr>
          <p:cNvSpPr txBox="1"/>
          <p:nvPr userDrawn="1"/>
        </p:nvSpPr>
        <p:spPr>
          <a:xfrm>
            <a:off x="8904528" y="6093328"/>
            <a:ext cx="2808096" cy="288000"/>
          </a:xfrm>
          <a:prstGeom prst="rect">
            <a:avLst/>
          </a:prstGeom>
          <a:noFill/>
        </p:spPr>
        <p:txBody>
          <a:bodyPr wrap="square" lIns="0" tIns="7200" rIns="54000" bIns="0" rtlCol="0">
            <a:spAutoFit/>
          </a:bodyPr>
          <a:lstStyle/>
          <a:p>
            <a:pPr algn="r"/>
            <a:r>
              <a:rPr lang="de-DE" sz="1800" b="1" dirty="0">
                <a:solidFill>
                  <a:schemeClr val="accent6"/>
                </a:solidFill>
              </a:rPr>
              <a:t>www.uni-siegen.de</a:t>
            </a:r>
          </a:p>
        </p:txBody>
      </p:sp>
      <p:pic>
        <p:nvPicPr>
          <p:cNvPr id="16" name="Grafik 15">
            <a:extLst>
              <a:ext uri="{FF2B5EF4-FFF2-40B4-BE49-F238E27FC236}">
                <a16:creationId xmlns:a16="http://schemas.microsoft.com/office/drawing/2014/main" id="{DF16CAD2-C6A9-4BDA-8A63-78EB651090F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grpSp>
        <p:nvGrpSpPr>
          <p:cNvPr id="6" name="Grafik 4">
            <a:extLst>
              <a:ext uri="{FF2B5EF4-FFF2-40B4-BE49-F238E27FC236}">
                <a16:creationId xmlns:a16="http://schemas.microsoft.com/office/drawing/2014/main" id="{4FEE0BF1-8904-41E6-9EAB-433B75A66D4E}"/>
              </a:ext>
            </a:extLst>
          </p:cNvPr>
          <p:cNvGrpSpPr/>
          <p:nvPr/>
        </p:nvGrpSpPr>
        <p:grpSpPr>
          <a:xfrm>
            <a:off x="-18000" y="-1"/>
            <a:ext cx="12218400" cy="6872850"/>
            <a:chOff x="-18000" y="-1"/>
            <a:chExt cx="12218400" cy="6872850"/>
          </a:xfrm>
        </p:grpSpPr>
        <p:sp>
          <p:nvSpPr>
            <p:cNvPr id="7" name="Freihandform: Form 6">
              <a:extLst>
                <a:ext uri="{FF2B5EF4-FFF2-40B4-BE49-F238E27FC236}">
                  <a16:creationId xmlns:a16="http://schemas.microsoft.com/office/drawing/2014/main" id="{28F63E72-D779-4F25-88C2-A7F2C2EDA671}"/>
                </a:ext>
              </a:extLst>
            </p:cNvPr>
            <p:cNvSpPr/>
            <p:nvPr/>
          </p:nvSpPr>
          <p:spPr>
            <a:xfrm>
              <a:off x="-16854" y="1803867"/>
              <a:ext cx="7783756" cy="5068981"/>
            </a:xfrm>
            <a:custGeom>
              <a:avLst/>
              <a:gdLst>
                <a:gd name="connsiteX0" fmla="*/ 0 w 7783756"/>
                <a:gd name="connsiteY0" fmla="*/ 0 h 5068981"/>
                <a:gd name="connsiteX1" fmla="*/ 0 w 7783756"/>
                <a:gd name="connsiteY1" fmla="*/ 5068982 h 5068981"/>
                <a:gd name="connsiteX2" fmla="*/ 5938779 w 7783756"/>
                <a:gd name="connsiteY2" fmla="*/ 5068982 h 5068981"/>
                <a:gd name="connsiteX3" fmla="*/ 7783757 w 7783756"/>
                <a:gd name="connsiteY3" fmla="*/ 0 h 5068981"/>
                <a:gd name="connsiteX4" fmla="*/ 0 w 7783756"/>
                <a:gd name="connsiteY4" fmla="*/ 0 h 5068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83756" h="5068981">
                  <a:moveTo>
                    <a:pt x="0" y="0"/>
                  </a:moveTo>
                  <a:lnTo>
                    <a:pt x="0" y="5068982"/>
                  </a:lnTo>
                  <a:lnTo>
                    <a:pt x="5938779" y="5068982"/>
                  </a:lnTo>
                  <a:lnTo>
                    <a:pt x="7783757" y="0"/>
                  </a:lnTo>
                  <a:lnTo>
                    <a:pt x="0" y="0"/>
                  </a:lnTo>
                  <a:close/>
                </a:path>
              </a:pathLst>
            </a:custGeom>
            <a:solidFill>
              <a:schemeClr val="accent2"/>
            </a:solidFill>
            <a:ln w="12720" cap="flat">
              <a:noFill/>
              <a:prstDash val="solid"/>
              <a:miter/>
            </a:ln>
          </p:spPr>
          <p:txBody>
            <a:bodyPr rtlCol="0" anchor="ctr"/>
            <a:lstStyle/>
            <a:p>
              <a:endParaRPr lang="de-DE"/>
            </a:p>
          </p:txBody>
        </p:sp>
        <p:sp>
          <p:nvSpPr>
            <p:cNvPr id="8" name="Freihandform: Form 7">
              <a:extLst>
                <a:ext uri="{FF2B5EF4-FFF2-40B4-BE49-F238E27FC236}">
                  <a16:creationId xmlns:a16="http://schemas.microsoft.com/office/drawing/2014/main" id="{EAC6D96B-4568-4116-8976-2B3D8A6449DC}"/>
                </a:ext>
              </a:extLst>
            </p:cNvPr>
            <p:cNvSpPr/>
            <p:nvPr/>
          </p:nvSpPr>
          <p:spPr>
            <a:xfrm>
              <a:off x="6552063" y="-1"/>
              <a:ext cx="5650627" cy="5353950"/>
            </a:xfrm>
            <a:custGeom>
              <a:avLst/>
              <a:gdLst>
                <a:gd name="connsiteX0" fmla="*/ 5650628 w 5650627"/>
                <a:gd name="connsiteY0" fmla="*/ 0 h 5353950"/>
                <a:gd name="connsiteX1" fmla="*/ 1948707 w 5650627"/>
                <a:gd name="connsiteY1" fmla="*/ 0 h 5353950"/>
                <a:gd name="connsiteX2" fmla="*/ 0 w 5650627"/>
                <a:gd name="connsiteY2" fmla="*/ 5353950 h 5353950"/>
                <a:gd name="connsiteX3" fmla="*/ 5649610 w 5650627"/>
                <a:gd name="connsiteY3" fmla="*/ 5353950 h 5353950"/>
                <a:gd name="connsiteX4" fmla="*/ 5650628 w 5650627"/>
                <a:gd name="connsiteY4" fmla="*/ 5351150 h 5353950"/>
                <a:gd name="connsiteX5" fmla="*/ 5650628 w 5650627"/>
                <a:gd name="connsiteY5" fmla="*/ 0 h 53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0627" h="5353950">
                  <a:moveTo>
                    <a:pt x="5650628" y="0"/>
                  </a:moveTo>
                  <a:lnTo>
                    <a:pt x="1948707" y="0"/>
                  </a:lnTo>
                  <a:lnTo>
                    <a:pt x="0" y="5353950"/>
                  </a:lnTo>
                  <a:lnTo>
                    <a:pt x="5649610" y="5353950"/>
                  </a:lnTo>
                  <a:lnTo>
                    <a:pt x="5650628" y="5351150"/>
                  </a:lnTo>
                  <a:lnTo>
                    <a:pt x="5650628" y="0"/>
                  </a:lnTo>
                  <a:close/>
                </a:path>
              </a:pathLst>
            </a:custGeom>
            <a:solidFill>
              <a:schemeClr val="accent3"/>
            </a:solidFill>
            <a:ln w="12720" cap="flat">
              <a:noFill/>
              <a:prstDash val="solid"/>
              <a:miter/>
            </a:ln>
          </p:spPr>
          <p:txBody>
            <a:bodyPr rtlCol="0" anchor="ctr"/>
            <a:lstStyle/>
            <a:p>
              <a:endParaRPr lang="de-DE"/>
            </a:p>
          </p:txBody>
        </p:sp>
      </p:grpSp>
      <p:sp>
        <p:nvSpPr>
          <p:cNvPr id="5" name="Parallelogramm 4">
            <a:extLst>
              <a:ext uri="{FF2B5EF4-FFF2-40B4-BE49-F238E27FC236}">
                <a16:creationId xmlns:a16="http://schemas.microsoft.com/office/drawing/2014/main" id="{9455762C-E6FA-4CFA-8B54-E7DA92026373}"/>
              </a:ext>
            </a:extLst>
          </p:cNvPr>
          <p:cNvSpPr/>
          <p:nvPr userDrawn="1"/>
        </p:nvSpPr>
        <p:spPr>
          <a:xfrm>
            <a:off x="2545556" y="410982"/>
            <a:ext cx="339180" cy="826248"/>
          </a:xfrm>
          <a:prstGeom prst="parallelogram">
            <a:avLst>
              <a:gd name="adj" fmla="val 88798"/>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103483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0FFC-C54D-442F-AB61-6887B4C7B001}"/>
              </a:ext>
            </a:extLst>
          </p:cNvPr>
          <p:cNvSpPr>
            <a:spLocks noGrp="1"/>
          </p:cNvSpPr>
          <p:nvPr>
            <p:ph type="title"/>
          </p:nvPr>
        </p:nvSpPr>
        <p:spPr>
          <a:xfrm>
            <a:off x="551384" y="620792"/>
            <a:ext cx="11088000" cy="432000"/>
          </a:xfrm>
        </p:spPr>
        <p:txBody>
          <a:bodyPr/>
          <a:lstStyle>
            <a:lvl1pPr>
              <a:defRPr>
                <a:solidFill>
                  <a:schemeClr val="tx1"/>
                </a:solidFill>
              </a:defRPr>
            </a:lvl1pPr>
          </a:lstStyle>
          <a:p>
            <a:r>
              <a:rPr lang="de-DE"/>
              <a:t>Mastertitelformat bearbeiten</a:t>
            </a:r>
            <a:endParaRPr lang="de-DE" dirty="0"/>
          </a:p>
        </p:txBody>
      </p:sp>
      <p:sp>
        <p:nvSpPr>
          <p:cNvPr id="3" name="Inhaltsplatzhalter 2">
            <a:extLst>
              <a:ext uri="{FF2B5EF4-FFF2-40B4-BE49-F238E27FC236}">
                <a16:creationId xmlns:a16="http://schemas.microsoft.com/office/drawing/2014/main" id="{60D05920-C6D7-4D61-AB99-D69AA5A41BE1}"/>
              </a:ext>
            </a:extLst>
          </p:cNvPr>
          <p:cNvSpPr>
            <a:spLocks noGrp="1"/>
          </p:cNvSpPr>
          <p:nvPr>
            <p:ph idx="1"/>
          </p:nvPr>
        </p:nvSpPr>
        <p:spPr>
          <a:xfrm>
            <a:off x="551384" y="2060848"/>
            <a:ext cx="6552728" cy="3816424"/>
          </a:xfrm>
        </p:spPr>
        <p:txBody>
          <a:bodyPr tIns="0"/>
          <a:lstStyle>
            <a:lvl1pPr>
              <a:spcBef>
                <a:spcPts val="1400"/>
              </a:spcBef>
              <a:defRPr sz="2000" b="1">
                <a:solidFill>
                  <a:schemeClr val="tx2"/>
                </a:solidFill>
              </a:defRPr>
            </a:lvl1pPr>
            <a:lvl2pPr marL="180000" indent="0">
              <a:spcBef>
                <a:spcPts val="0"/>
              </a:spcBef>
              <a:spcAft>
                <a:spcPts val="0"/>
              </a:spcAft>
              <a:buFont typeface="Arial" panose="020B0604020202020204" pitchFamily="34" charset="0"/>
              <a:buNone/>
              <a:defRPr sz="2000" b="0">
                <a:solidFill>
                  <a:schemeClr val="tx2"/>
                </a:solidFill>
              </a:defRPr>
            </a:lvl2pPr>
            <a:lvl3pPr marL="180000" indent="0">
              <a:spcBef>
                <a:spcPts val="0"/>
              </a:spcBef>
              <a:spcAft>
                <a:spcPts val="0"/>
              </a:spcAft>
              <a:buFont typeface="Arial" panose="020B0604020202020204" pitchFamily="34" charset="0"/>
              <a:buNone/>
              <a:defRPr sz="2000">
                <a:solidFill>
                  <a:schemeClr val="tx2"/>
                </a:solidFill>
              </a:defRPr>
            </a:lvl3pPr>
            <a:lvl4pPr marL="180000" indent="0">
              <a:spcBef>
                <a:spcPts val="0"/>
              </a:spcBef>
              <a:spcAft>
                <a:spcPts val="0"/>
              </a:spcAft>
              <a:buFont typeface="Arial" panose="020B0604020202020204" pitchFamily="34" charset="0"/>
              <a:buNone/>
              <a:defRPr sz="2000">
                <a:solidFill>
                  <a:schemeClr val="tx2"/>
                </a:solidFill>
              </a:defRPr>
            </a:lvl4pPr>
            <a:lvl5pPr marL="180000" indent="0">
              <a:spcBef>
                <a:spcPts val="0"/>
              </a:spcBef>
              <a:spcAft>
                <a:spcPts val="0"/>
              </a:spcAft>
              <a:buFont typeface="Arial" panose="020B0604020202020204" pitchFamily="34" charset="0"/>
              <a:buNone/>
              <a:defRPr sz="2000">
                <a:solidFill>
                  <a:schemeClr val="tx2"/>
                </a:solidFill>
              </a:defRPr>
            </a:lvl5pPr>
            <a:lvl6pPr marL="180000" indent="0">
              <a:buFont typeface="+mj-lt"/>
              <a:buNone/>
              <a:defRPr>
                <a:solidFill>
                  <a:schemeClr val="tx2"/>
                </a:solidFill>
              </a:defRPr>
            </a:lvl6pPr>
            <a:lvl7pPr marL="180000" indent="0">
              <a:buFont typeface="+mj-lt"/>
              <a:buNone/>
              <a:defRPr>
                <a:solidFill>
                  <a:schemeClr val="tx2"/>
                </a:solidFill>
              </a:defRPr>
            </a:lvl7pPr>
            <a:lvl8pPr marL="180000" indent="0">
              <a:buFont typeface="+mj-lt"/>
              <a:buNone/>
              <a:defRPr>
                <a:solidFill>
                  <a:schemeClr val="tx2"/>
                </a:solidFill>
              </a:defRPr>
            </a:lvl8pPr>
            <a:lvl9pPr marL="180000" indent="0">
              <a:buFont typeface="+mj-lt"/>
              <a:buNone/>
              <a:defRPr>
                <a:solidFill>
                  <a:schemeClr val="tx2"/>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Datumsplatzhalter 3">
            <a:extLst>
              <a:ext uri="{FF2B5EF4-FFF2-40B4-BE49-F238E27FC236}">
                <a16:creationId xmlns:a16="http://schemas.microsoft.com/office/drawing/2014/main" id="{1E9413C9-41C0-4118-88C9-422A5DE23C54}"/>
              </a:ext>
            </a:extLst>
          </p:cNvPr>
          <p:cNvSpPr>
            <a:spLocks noGrp="1"/>
          </p:cNvSpPr>
          <p:nvPr>
            <p:ph type="dt" sz="half" idx="10"/>
          </p:nvPr>
        </p:nvSpPr>
        <p:spPr/>
        <p:txBody>
          <a:bodyPr/>
          <a:lstStyle/>
          <a:p>
            <a:fld id="{8A46594E-95B5-4002-B753-7EE035906560}" type="datetime4">
              <a:rPr lang="de-DE" smtClean="0"/>
              <a:t>19. November 2025</a:t>
            </a:fld>
            <a:endParaRPr lang="de-DE"/>
          </a:p>
        </p:txBody>
      </p:sp>
      <p:sp>
        <p:nvSpPr>
          <p:cNvPr id="5" name="Fußzeilenplatzhalter 4">
            <a:extLst>
              <a:ext uri="{FF2B5EF4-FFF2-40B4-BE49-F238E27FC236}">
                <a16:creationId xmlns:a16="http://schemas.microsoft.com/office/drawing/2014/main" id="{889B284C-D04C-476B-8F04-2A7AF1C95FB0}"/>
              </a:ext>
            </a:extLst>
          </p:cNvPr>
          <p:cNvSpPr>
            <a:spLocks noGrp="1"/>
          </p:cNvSpPr>
          <p:nvPr>
            <p:ph type="ftr" sz="quarter" idx="11"/>
          </p:nvPr>
        </p:nvSpPr>
        <p:spPr/>
        <p:txBody>
          <a:bodyPr/>
          <a:lstStyle/>
          <a:p>
            <a:r>
              <a:rPr lang="de-DE"/>
              <a:t>Titel der Präsentation</a:t>
            </a:r>
          </a:p>
        </p:txBody>
      </p:sp>
      <p:sp>
        <p:nvSpPr>
          <p:cNvPr id="6" name="Foliennummernplatzhalter 5">
            <a:extLst>
              <a:ext uri="{FF2B5EF4-FFF2-40B4-BE49-F238E27FC236}">
                <a16:creationId xmlns:a16="http://schemas.microsoft.com/office/drawing/2014/main" id="{C0CF60C3-89CB-46E0-AF81-A3E502C60B4F}"/>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11" name="Textplatzhalter 10">
            <a:extLst>
              <a:ext uri="{FF2B5EF4-FFF2-40B4-BE49-F238E27FC236}">
                <a16:creationId xmlns:a16="http://schemas.microsoft.com/office/drawing/2014/main" id="{178A024A-4794-4471-B069-9F8C3E851DB3}"/>
              </a:ext>
            </a:extLst>
          </p:cNvPr>
          <p:cNvSpPr>
            <a:spLocks noGrp="1"/>
          </p:cNvSpPr>
          <p:nvPr>
            <p:ph type="body" sz="quarter" idx="13"/>
          </p:nvPr>
        </p:nvSpPr>
        <p:spPr>
          <a:xfrm>
            <a:off x="552152" y="980728"/>
            <a:ext cx="7992120" cy="432000"/>
          </a:xfrm>
        </p:spPr>
        <p:txBody>
          <a:bodyPr tIns="36000"/>
          <a:lstStyle>
            <a:lvl1pPr>
              <a:lnSpc>
                <a:spcPct val="90000"/>
              </a:lnSpc>
              <a:defRPr sz="2800">
                <a:solidFill>
                  <a:schemeClr val="tx1"/>
                </a:solidFill>
              </a:defRPr>
            </a:lvl1pPr>
            <a:lvl2pPr marL="0" indent="0">
              <a:lnSpc>
                <a:spcPct val="90000"/>
              </a:lnSpc>
              <a:buFont typeface="+mj-lt"/>
              <a:buNone/>
              <a:defRPr sz="2800" b="0" i="0">
                <a:solidFill>
                  <a:schemeClr val="tx1"/>
                </a:solidFill>
              </a:defRPr>
            </a:lvl2pPr>
            <a:lvl3pPr marL="0" indent="0">
              <a:lnSpc>
                <a:spcPct val="90000"/>
              </a:lnSpc>
              <a:buFont typeface="+mj-lt"/>
              <a:buNone/>
              <a:defRPr sz="2800" b="0" i="0">
                <a:solidFill>
                  <a:schemeClr val="tx1"/>
                </a:solidFill>
              </a:defRPr>
            </a:lvl3pPr>
            <a:lvl4pPr marL="0" indent="0">
              <a:lnSpc>
                <a:spcPct val="90000"/>
              </a:lnSpc>
              <a:buFont typeface="+mj-lt"/>
              <a:buNone/>
              <a:defRPr sz="2800" b="0" i="0">
                <a:solidFill>
                  <a:schemeClr val="tx1"/>
                </a:solidFill>
              </a:defRPr>
            </a:lvl4pPr>
            <a:lvl5pPr marL="0" indent="0">
              <a:lnSpc>
                <a:spcPct val="90000"/>
              </a:lnSpc>
              <a:buFont typeface="+mj-lt"/>
              <a:buNone/>
              <a:defRPr sz="2800" b="0" i="0">
                <a:solidFill>
                  <a:schemeClr val="tx1"/>
                </a:solidFill>
              </a:defRPr>
            </a:lvl5pPr>
            <a:lvl6pPr marL="0" indent="0">
              <a:lnSpc>
                <a:spcPct val="90000"/>
              </a:lnSpc>
              <a:buFont typeface="+mj-lt"/>
              <a:buNone/>
              <a:defRPr sz="2800" b="0" i="0">
                <a:solidFill>
                  <a:schemeClr val="tx1"/>
                </a:solidFill>
              </a:defRPr>
            </a:lvl6pPr>
            <a:lvl7pPr marL="0" indent="0">
              <a:lnSpc>
                <a:spcPct val="90000"/>
              </a:lnSpc>
              <a:buFont typeface="+mj-lt"/>
              <a:buNone/>
              <a:defRPr sz="2800" b="0" i="0">
                <a:solidFill>
                  <a:schemeClr val="tx1"/>
                </a:solidFill>
              </a:defRPr>
            </a:lvl7pPr>
            <a:lvl8pPr marL="0" indent="0">
              <a:lnSpc>
                <a:spcPct val="90000"/>
              </a:lnSpc>
              <a:buFont typeface="+mj-lt"/>
              <a:buNone/>
              <a:defRPr sz="2800" b="0" i="0">
                <a:solidFill>
                  <a:schemeClr val="tx1"/>
                </a:solidFill>
              </a:defRPr>
            </a:lvl8pPr>
            <a:lvl9pPr marL="0" indent="0">
              <a:lnSpc>
                <a:spcPct val="90000"/>
              </a:lnSpc>
              <a:buFont typeface="+mj-lt"/>
              <a:buNone/>
              <a:defRPr sz="2800" b="0" i="0">
                <a:solidFill>
                  <a:schemeClr val="tx1"/>
                </a:solidFill>
              </a:defRPr>
            </a:lvl9pPr>
          </a:lstStyle>
          <a:p>
            <a:pPr lvl="0"/>
            <a:r>
              <a:rPr lang="de-DE"/>
              <a:t>Mastertextformat bearbeiten</a:t>
            </a:r>
          </a:p>
        </p:txBody>
      </p:sp>
      <p:grpSp>
        <p:nvGrpSpPr>
          <p:cNvPr id="7" name="Grafik 16">
            <a:extLst>
              <a:ext uri="{FF2B5EF4-FFF2-40B4-BE49-F238E27FC236}">
                <a16:creationId xmlns:a16="http://schemas.microsoft.com/office/drawing/2014/main" id="{1CC7D6F7-6576-46E9-8F5C-0D08112494D4}"/>
              </a:ext>
            </a:extLst>
          </p:cNvPr>
          <p:cNvGrpSpPr/>
          <p:nvPr/>
        </p:nvGrpSpPr>
        <p:grpSpPr>
          <a:xfrm>
            <a:off x="-10800" y="0"/>
            <a:ext cx="12204000" cy="6864750"/>
            <a:chOff x="-10800" y="0"/>
            <a:chExt cx="12204000" cy="6864750"/>
          </a:xfrm>
        </p:grpSpPr>
        <p:sp>
          <p:nvSpPr>
            <p:cNvPr id="8" name="Freihandform: Form 7">
              <a:extLst>
                <a:ext uri="{FF2B5EF4-FFF2-40B4-BE49-F238E27FC236}">
                  <a16:creationId xmlns:a16="http://schemas.microsoft.com/office/drawing/2014/main" id="{45C35ECD-471C-44FB-8C31-D16F5FBB515A}"/>
                </a:ext>
              </a:extLst>
            </p:cNvPr>
            <p:cNvSpPr/>
            <p:nvPr/>
          </p:nvSpPr>
          <p:spPr>
            <a:xfrm>
              <a:off x="-9655" y="1801742"/>
              <a:ext cx="8900148" cy="4378312"/>
            </a:xfrm>
            <a:custGeom>
              <a:avLst/>
              <a:gdLst>
                <a:gd name="connsiteX0" fmla="*/ 0 w 8900148"/>
                <a:gd name="connsiteY0" fmla="*/ 0 h 4378312"/>
                <a:gd name="connsiteX1" fmla="*/ 0 w 8900148"/>
                <a:gd name="connsiteY1" fmla="*/ 4378313 h 4378312"/>
                <a:gd name="connsiteX2" fmla="*/ 7306510 w 8900148"/>
                <a:gd name="connsiteY2" fmla="*/ 4378313 h 4378312"/>
                <a:gd name="connsiteX3" fmla="*/ 8900149 w 8900148"/>
                <a:gd name="connsiteY3" fmla="*/ 0 h 4378312"/>
                <a:gd name="connsiteX4" fmla="*/ 0 w 8900148"/>
                <a:gd name="connsiteY4" fmla="*/ 0 h 437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148" h="4378312">
                  <a:moveTo>
                    <a:pt x="0" y="0"/>
                  </a:moveTo>
                  <a:lnTo>
                    <a:pt x="0" y="4378313"/>
                  </a:lnTo>
                  <a:lnTo>
                    <a:pt x="7306510" y="4378313"/>
                  </a:lnTo>
                  <a:lnTo>
                    <a:pt x="8900149" y="0"/>
                  </a:lnTo>
                  <a:lnTo>
                    <a:pt x="0" y="0"/>
                  </a:lnTo>
                  <a:close/>
                </a:path>
              </a:pathLst>
            </a:custGeom>
            <a:solidFill>
              <a:schemeClr val="accent3"/>
            </a:solidFill>
            <a:ln w="12710" cap="flat">
              <a:noFill/>
              <a:prstDash val="solid"/>
              <a:miter/>
            </a:ln>
          </p:spPr>
          <p:txBody>
            <a:bodyPr rtlCol="0" anchor="ctr"/>
            <a:lstStyle/>
            <a:p>
              <a:endParaRPr lang="de-DE"/>
            </a:p>
          </p:txBody>
        </p:sp>
        <p:sp>
          <p:nvSpPr>
            <p:cNvPr id="9" name="Freihandform: Form 8">
              <a:extLst>
                <a:ext uri="{FF2B5EF4-FFF2-40B4-BE49-F238E27FC236}">
                  <a16:creationId xmlns:a16="http://schemas.microsoft.com/office/drawing/2014/main" id="{F3D9652C-3B6E-4EF3-88D5-C1F96FDC61FC}"/>
                </a:ext>
              </a:extLst>
            </p:cNvPr>
            <p:cNvSpPr/>
            <p:nvPr/>
          </p:nvSpPr>
          <p:spPr>
            <a:xfrm>
              <a:off x="7558476" y="1293878"/>
              <a:ext cx="4637011" cy="4378439"/>
            </a:xfrm>
            <a:custGeom>
              <a:avLst/>
              <a:gdLst>
                <a:gd name="connsiteX0" fmla="*/ 4637012 w 4637011"/>
                <a:gd name="connsiteY0" fmla="*/ 0 h 4378439"/>
                <a:gd name="connsiteX1" fmla="*/ 1593640 w 4637011"/>
                <a:gd name="connsiteY1" fmla="*/ 0 h 4378439"/>
                <a:gd name="connsiteX2" fmla="*/ 0 w 4637011"/>
                <a:gd name="connsiteY2" fmla="*/ 4378440 h 4378439"/>
                <a:gd name="connsiteX3" fmla="*/ 4635868 w 4637011"/>
                <a:gd name="connsiteY3" fmla="*/ 4378440 h 4378439"/>
                <a:gd name="connsiteX4" fmla="*/ 4637012 w 4637011"/>
                <a:gd name="connsiteY4" fmla="*/ 4375388 h 4378439"/>
                <a:gd name="connsiteX5" fmla="*/ 4637012 w 4637011"/>
                <a:gd name="connsiteY5" fmla="*/ 0 h 43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37011" h="4378439">
                  <a:moveTo>
                    <a:pt x="4637012" y="0"/>
                  </a:moveTo>
                  <a:lnTo>
                    <a:pt x="1593640" y="0"/>
                  </a:lnTo>
                  <a:lnTo>
                    <a:pt x="0" y="4378440"/>
                  </a:lnTo>
                  <a:lnTo>
                    <a:pt x="4635868" y="4378440"/>
                  </a:lnTo>
                  <a:lnTo>
                    <a:pt x="4637012" y="4375388"/>
                  </a:lnTo>
                  <a:lnTo>
                    <a:pt x="4637012" y="0"/>
                  </a:lnTo>
                  <a:close/>
                </a:path>
              </a:pathLst>
            </a:custGeom>
            <a:solidFill>
              <a:schemeClr val="accent2"/>
            </a:solidFill>
            <a:ln w="12710" cap="flat">
              <a:noFill/>
              <a:prstDash val="solid"/>
              <a:miter/>
            </a:ln>
          </p:spPr>
          <p:txBody>
            <a:bodyPr rtlCol="0" anchor="ctr"/>
            <a:lstStyle/>
            <a:p>
              <a:endParaRPr lang="de-DE"/>
            </a:p>
          </p:txBody>
        </p:sp>
      </p:grpSp>
    </p:spTree>
    <p:extLst>
      <p:ext uri="{BB962C8B-B14F-4D97-AF65-F5344CB8AC3E}">
        <p14:creationId xmlns:p14="http://schemas.microsoft.com/office/powerpoint/2010/main" val="3256568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0FFC-C54D-442F-AB61-6887B4C7B001}"/>
              </a:ext>
            </a:extLst>
          </p:cNvPr>
          <p:cNvSpPr>
            <a:spLocks noGrp="1"/>
          </p:cNvSpPr>
          <p:nvPr>
            <p:ph type="title"/>
          </p:nvPr>
        </p:nvSpPr>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60D05920-C6D7-4D61-AB99-D69AA5A41BE1}"/>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Datumsplatzhalter 3">
            <a:extLst>
              <a:ext uri="{FF2B5EF4-FFF2-40B4-BE49-F238E27FC236}">
                <a16:creationId xmlns:a16="http://schemas.microsoft.com/office/drawing/2014/main" id="{1E9413C9-41C0-4118-88C9-422A5DE23C54}"/>
              </a:ext>
            </a:extLst>
          </p:cNvPr>
          <p:cNvSpPr>
            <a:spLocks noGrp="1"/>
          </p:cNvSpPr>
          <p:nvPr>
            <p:ph type="dt" sz="half" idx="10"/>
          </p:nvPr>
        </p:nvSpPr>
        <p:spPr/>
        <p:txBody>
          <a:bodyPr/>
          <a:lstStyle/>
          <a:p>
            <a:fld id="{27695F83-D1A7-474A-9018-D90436E0FA92}" type="datetime4">
              <a:rPr lang="de-DE" smtClean="0"/>
              <a:t>19. November 2025</a:t>
            </a:fld>
            <a:endParaRPr lang="de-DE"/>
          </a:p>
        </p:txBody>
      </p:sp>
      <p:sp>
        <p:nvSpPr>
          <p:cNvPr id="5" name="Fußzeilenplatzhalter 4">
            <a:extLst>
              <a:ext uri="{FF2B5EF4-FFF2-40B4-BE49-F238E27FC236}">
                <a16:creationId xmlns:a16="http://schemas.microsoft.com/office/drawing/2014/main" id="{889B284C-D04C-476B-8F04-2A7AF1C95FB0}"/>
              </a:ext>
            </a:extLst>
          </p:cNvPr>
          <p:cNvSpPr>
            <a:spLocks noGrp="1"/>
          </p:cNvSpPr>
          <p:nvPr>
            <p:ph type="ftr" sz="quarter" idx="11"/>
          </p:nvPr>
        </p:nvSpPr>
        <p:spPr/>
        <p:txBody>
          <a:bodyPr/>
          <a:lstStyle/>
          <a:p>
            <a:r>
              <a:rPr lang="de-DE"/>
              <a:t>Titel der Präsentation</a:t>
            </a:r>
          </a:p>
        </p:txBody>
      </p:sp>
      <p:sp>
        <p:nvSpPr>
          <p:cNvPr id="6" name="Foliennummernplatzhalter 5">
            <a:extLst>
              <a:ext uri="{FF2B5EF4-FFF2-40B4-BE49-F238E27FC236}">
                <a16:creationId xmlns:a16="http://schemas.microsoft.com/office/drawing/2014/main" id="{C0CF60C3-89CB-46E0-AF81-A3E502C60B4F}"/>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8" name="Textplatzhalter 8">
            <a:extLst>
              <a:ext uri="{FF2B5EF4-FFF2-40B4-BE49-F238E27FC236}">
                <a16:creationId xmlns:a16="http://schemas.microsoft.com/office/drawing/2014/main" id="{B54B792C-CDB3-4613-BDDA-AC44C09F36EE}"/>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a:t>
            </a:r>
          </a:p>
        </p:txBody>
      </p:sp>
    </p:spTree>
    <p:extLst>
      <p:ext uri="{BB962C8B-B14F-4D97-AF65-F5344CB8AC3E}">
        <p14:creationId xmlns:p14="http://schemas.microsoft.com/office/powerpoint/2010/main" val="1567017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bg>
      <p:bgPr>
        <a:solidFill>
          <a:schemeClr val="accent2"/>
        </a:solidFill>
        <a:effectLst/>
      </p:bgPr>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BBD1271F-5276-4A85-9285-369543946767}"/>
              </a:ext>
            </a:extLst>
          </p:cNvPr>
          <p:cNvSpPr>
            <a:spLocks noGrp="1"/>
          </p:cNvSpPr>
          <p:nvPr>
            <p:ph type="body" idx="1" hasCustomPrompt="1"/>
          </p:nvPr>
        </p:nvSpPr>
        <p:spPr>
          <a:xfrm>
            <a:off x="551384" y="658800"/>
            <a:ext cx="4104000" cy="5760000"/>
          </a:xfrm>
        </p:spPr>
        <p:txBody>
          <a:bodyPr/>
          <a:lstStyle>
            <a:lvl1pPr marL="0" indent="0">
              <a:lnSpc>
                <a:spcPct val="88000"/>
              </a:lnSpc>
              <a:buNone/>
              <a:defRPr sz="480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a:t>
            </a:r>
          </a:p>
        </p:txBody>
      </p:sp>
      <p:sp>
        <p:nvSpPr>
          <p:cNvPr id="2" name="Titel 1">
            <a:extLst>
              <a:ext uri="{FF2B5EF4-FFF2-40B4-BE49-F238E27FC236}">
                <a16:creationId xmlns:a16="http://schemas.microsoft.com/office/drawing/2014/main" id="{E96B8529-73FE-43C7-8F21-9054FE81E741}"/>
              </a:ext>
            </a:extLst>
          </p:cNvPr>
          <p:cNvSpPr>
            <a:spLocks noGrp="1"/>
          </p:cNvSpPr>
          <p:nvPr>
            <p:ph type="title"/>
          </p:nvPr>
        </p:nvSpPr>
        <p:spPr>
          <a:xfrm>
            <a:off x="2365872" y="0"/>
            <a:ext cx="9826128" cy="6858000"/>
          </a:xfrm>
          <a:custGeom>
            <a:avLst/>
            <a:gdLst>
              <a:gd name="connsiteX0" fmla="*/ 0 w 9840416"/>
              <a:gd name="connsiteY0" fmla="*/ 0 h 6858000"/>
              <a:gd name="connsiteX1" fmla="*/ 9840416 w 9840416"/>
              <a:gd name="connsiteY1" fmla="*/ 0 h 6858000"/>
              <a:gd name="connsiteX2" fmla="*/ 9840416 w 9840416"/>
              <a:gd name="connsiteY2" fmla="*/ 6858000 h 6858000"/>
              <a:gd name="connsiteX3" fmla="*/ 0 w 9840416"/>
              <a:gd name="connsiteY3" fmla="*/ 6858000 h 6858000"/>
              <a:gd name="connsiteX4" fmla="*/ 0 w 9840416"/>
              <a:gd name="connsiteY4" fmla="*/ 0 h 6858000"/>
              <a:gd name="connsiteX0" fmla="*/ 2688431 w 9840416"/>
              <a:gd name="connsiteY0" fmla="*/ 0 h 6858000"/>
              <a:gd name="connsiteX1" fmla="*/ 9840416 w 9840416"/>
              <a:gd name="connsiteY1" fmla="*/ 0 h 6858000"/>
              <a:gd name="connsiteX2" fmla="*/ 9840416 w 9840416"/>
              <a:gd name="connsiteY2" fmla="*/ 6858000 h 6858000"/>
              <a:gd name="connsiteX3" fmla="*/ 0 w 9840416"/>
              <a:gd name="connsiteY3" fmla="*/ 6858000 h 6858000"/>
              <a:gd name="connsiteX4" fmla="*/ 2688431 w 9840416"/>
              <a:gd name="connsiteY4" fmla="*/ 0 h 6858000"/>
              <a:gd name="connsiteX0" fmla="*/ 2674143 w 9826128"/>
              <a:gd name="connsiteY0" fmla="*/ 0 h 6858000"/>
              <a:gd name="connsiteX1" fmla="*/ 9826128 w 9826128"/>
              <a:gd name="connsiteY1" fmla="*/ 0 h 6858000"/>
              <a:gd name="connsiteX2" fmla="*/ 9826128 w 9826128"/>
              <a:gd name="connsiteY2" fmla="*/ 6858000 h 6858000"/>
              <a:gd name="connsiteX3" fmla="*/ 0 w 9826128"/>
              <a:gd name="connsiteY3" fmla="*/ 6858000 h 6858000"/>
              <a:gd name="connsiteX4" fmla="*/ 2674143 w 982612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6128" h="6858000">
                <a:moveTo>
                  <a:pt x="2674143" y="0"/>
                </a:moveTo>
                <a:lnTo>
                  <a:pt x="9826128" y="0"/>
                </a:lnTo>
                <a:lnTo>
                  <a:pt x="9826128" y="6858000"/>
                </a:lnTo>
                <a:lnTo>
                  <a:pt x="0" y="6858000"/>
                </a:lnTo>
                <a:lnTo>
                  <a:pt x="2674143" y="0"/>
                </a:lnTo>
                <a:close/>
              </a:path>
            </a:pathLst>
          </a:custGeom>
          <a:solidFill>
            <a:schemeClr val="accent3"/>
          </a:solidFill>
        </p:spPr>
        <p:txBody>
          <a:bodyPr lIns="1620000" bIns="1152000" anchor="b">
            <a:noAutofit/>
          </a:bodyPr>
          <a:lstStyle>
            <a:lvl1pPr>
              <a:defRPr sz="6000">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170613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Kapitel Layout 2">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6B8529-73FE-43C7-8F21-9054FE81E741}"/>
              </a:ext>
            </a:extLst>
          </p:cNvPr>
          <p:cNvSpPr>
            <a:spLocks noGrp="1"/>
          </p:cNvSpPr>
          <p:nvPr>
            <p:ph type="title"/>
          </p:nvPr>
        </p:nvSpPr>
        <p:spPr>
          <a:xfrm>
            <a:off x="551384" y="1556792"/>
            <a:ext cx="5040000" cy="1728000"/>
          </a:xfrm>
          <a:noFill/>
        </p:spPr>
        <p:txBody>
          <a:bodyPr lIns="0" tIns="36000" bIns="0" anchor="t" anchorCtr="0">
            <a:noAutofit/>
          </a:bodyPr>
          <a:lstStyle>
            <a:lvl1pPr>
              <a:lnSpc>
                <a:spcPct val="100000"/>
              </a:lnSpc>
              <a:defRPr sz="5000">
                <a:solidFill>
                  <a:schemeClr val="bg1"/>
                </a:solidFill>
              </a:defRPr>
            </a:lvl1pPr>
          </a:lstStyle>
          <a:p>
            <a:r>
              <a:rPr lang="de-DE"/>
              <a:t>Mastertitelformat bearbeiten</a:t>
            </a:r>
            <a:endParaRPr lang="de-DE" dirty="0"/>
          </a:p>
        </p:txBody>
      </p:sp>
      <p:sp>
        <p:nvSpPr>
          <p:cNvPr id="3" name="Grafik 22">
            <a:extLst>
              <a:ext uri="{FF2B5EF4-FFF2-40B4-BE49-F238E27FC236}">
                <a16:creationId xmlns:a16="http://schemas.microsoft.com/office/drawing/2014/main" id="{FCA6D92E-30E9-42EB-80A4-748C23776EF8}"/>
              </a:ext>
            </a:extLst>
          </p:cNvPr>
          <p:cNvSpPr/>
          <p:nvPr/>
        </p:nvSpPr>
        <p:spPr>
          <a:xfrm>
            <a:off x="5917438" y="0"/>
            <a:ext cx="6276847" cy="6858000"/>
          </a:xfrm>
          <a:custGeom>
            <a:avLst/>
            <a:gdLst>
              <a:gd name="connsiteX0" fmla="*/ 6276848 w 6276847"/>
              <a:gd name="connsiteY0" fmla="*/ 0 h 6858000"/>
              <a:gd name="connsiteX1" fmla="*/ 2496058 w 6276847"/>
              <a:gd name="connsiteY1" fmla="*/ 0 h 6858000"/>
              <a:gd name="connsiteX2" fmla="*/ 0 w 6276847"/>
              <a:gd name="connsiteY2" fmla="*/ 6858000 h 6858000"/>
              <a:gd name="connsiteX3" fmla="*/ 6276086 w 6276847"/>
              <a:gd name="connsiteY3" fmla="*/ 6858000 h 6858000"/>
              <a:gd name="connsiteX4" fmla="*/ 6276848 w 6276847"/>
              <a:gd name="connsiteY4" fmla="*/ 6855841 h 6858000"/>
              <a:gd name="connsiteX5" fmla="*/ 6276848 w 6276847"/>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76847" h="6858000">
                <a:moveTo>
                  <a:pt x="6276848" y="0"/>
                </a:moveTo>
                <a:lnTo>
                  <a:pt x="2496058" y="0"/>
                </a:lnTo>
                <a:lnTo>
                  <a:pt x="0" y="6858000"/>
                </a:lnTo>
                <a:lnTo>
                  <a:pt x="6276086" y="6858000"/>
                </a:lnTo>
                <a:lnTo>
                  <a:pt x="6276848" y="6855841"/>
                </a:lnTo>
                <a:lnTo>
                  <a:pt x="6276848" y="0"/>
                </a:lnTo>
                <a:close/>
              </a:path>
            </a:pathLst>
          </a:custGeom>
          <a:solidFill>
            <a:schemeClr val="accent3"/>
          </a:solidFill>
          <a:ln w="12700" cap="flat">
            <a:noFill/>
            <a:prstDash val="solid"/>
            <a:miter/>
          </a:ln>
        </p:spPr>
        <p:txBody>
          <a:bodyPr rtlCol="0" anchor="ctr"/>
          <a:lstStyle/>
          <a:p>
            <a:endParaRPr lang="de-DE"/>
          </a:p>
        </p:txBody>
      </p:sp>
    </p:spTree>
    <p:extLst>
      <p:ext uri="{BB962C8B-B14F-4D97-AF65-F5344CB8AC3E}">
        <p14:creationId xmlns:p14="http://schemas.microsoft.com/office/powerpoint/2010/main" val="380607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 Layout 3">
    <p:bg>
      <p:bgPr>
        <a:solidFill>
          <a:schemeClr val="accent2"/>
        </a:solidFill>
        <a:effectLst/>
      </p:bgPr>
    </p:bg>
    <p:spTree>
      <p:nvGrpSpPr>
        <p:cNvPr id="1" name=""/>
        <p:cNvGrpSpPr/>
        <p:nvPr/>
      </p:nvGrpSpPr>
      <p:grpSpPr>
        <a:xfrm>
          <a:off x="0" y="0"/>
          <a:ext cx="0" cy="0"/>
          <a:chOff x="0" y="0"/>
          <a:chExt cx="0" cy="0"/>
        </a:xfrm>
      </p:grpSpPr>
      <p:sp>
        <p:nvSpPr>
          <p:cNvPr id="18" name="Titel 17">
            <a:extLst>
              <a:ext uri="{FF2B5EF4-FFF2-40B4-BE49-F238E27FC236}">
                <a16:creationId xmlns:a16="http://schemas.microsoft.com/office/drawing/2014/main" id="{78B85CFC-87BC-4EE9-A46A-E000229108B3}"/>
              </a:ext>
            </a:extLst>
          </p:cNvPr>
          <p:cNvSpPr>
            <a:spLocks noGrp="1"/>
          </p:cNvSpPr>
          <p:nvPr>
            <p:ph type="title"/>
          </p:nvPr>
        </p:nvSpPr>
        <p:spPr>
          <a:xfrm>
            <a:off x="0" y="1268760"/>
            <a:ext cx="6838718" cy="2592000"/>
          </a:xfrm>
          <a:custGeom>
            <a:avLst/>
            <a:gdLst>
              <a:gd name="connsiteX0" fmla="*/ 0 w 6838718"/>
              <a:gd name="connsiteY0" fmla="*/ 0 h 2592000"/>
              <a:gd name="connsiteX1" fmla="*/ 6838718 w 6838718"/>
              <a:gd name="connsiteY1" fmla="*/ 0 h 2592000"/>
              <a:gd name="connsiteX2" fmla="*/ 5895623 w 6838718"/>
              <a:gd name="connsiteY2" fmla="*/ 2592000 h 2592000"/>
              <a:gd name="connsiteX3" fmla="*/ 0 w 6838718"/>
              <a:gd name="connsiteY3" fmla="*/ 2592000 h 2592000"/>
            </a:gdLst>
            <a:ahLst/>
            <a:cxnLst>
              <a:cxn ang="0">
                <a:pos x="connsiteX0" y="connsiteY0"/>
              </a:cxn>
              <a:cxn ang="0">
                <a:pos x="connsiteX1" y="connsiteY1"/>
              </a:cxn>
              <a:cxn ang="0">
                <a:pos x="connsiteX2" y="connsiteY2"/>
              </a:cxn>
              <a:cxn ang="0">
                <a:pos x="connsiteX3" y="connsiteY3"/>
              </a:cxn>
            </a:cxnLst>
            <a:rect l="l" t="t" r="r" b="b"/>
            <a:pathLst>
              <a:path w="6838718" h="2592000">
                <a:moveTo>
                  <a:pt x="0" y="0"/>
                </a:moveTo>
                <a:lnTo>
                  <a:pt x="6838718" y="0"/>
                </a:lnTo>
                <a:lnTo>
                  <a:pt x="5895623" y="2592000"/>
                </a:lnTo>
                <a:lnTo>
                  <a:pt x="0" y="2592000"/>
                </a:lnTo>
                <a:close/>
              </a:path>
            </a:pathLst>
          </a:custGeom>
          <a:solidFill>
            <a:schemeClr val="accent3"/>
          </a:solidFill>
        </p:spPr>
        <p:txBody>
          <a:bodyPr wrap="square" lIns="547200" tIns="324000" rIns="648000" bIns="0" anchor="t" anchorCtr="0">
            <a:noAutofit/>
          </a:bodyPr>
          <a:lstStyle>
            <a:lvl1pPr>
              <a:lnSpc>
                <a:spcPct val="100000"/>
              </a:lnSpc>
              <a:defRPr sz="5000">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3292551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 Layout 4">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139C1ECA-6431-40F3-B8C1-71E5F8949E9B}"/>
              </a:ext>
            </a:extLst>
          </p:cNvPr>
          <p:cNvSpPr>
            <a:spLocks noGrp="1"/>
          </p:cNvSpPr>
          <p:nvPr>
            <p:ph type="pic" sz="quarter" idx="10"/>
          </p:nvPr>
        </p:nvSpPr>
        <p:spPr>
          <a:xfrm>
            <a:off x="0" y="0"/>
            <a:ext cx="12192000" cy="6858000"/>
          </a:xfrm>
        </p:spPr>
        <p:txBody>
          <a:bodyPr/>
          <a:lstStyle/>
          <a:p>
            <a:r>
              <a:rPr lang="de-DE"/>
              <a:t>Bild durch Klicken auf Symbol hinzufügen</a:t>
            </a:r>
            <a:endParaRPr lang="de-DE" dirty="0"/>
          </a:p>
        </p:txBody>
      </p:sp>
      <p:sp>
        <p:nvSpPr>
          <p:cNvPr id="18" name="Titel 17">
            <a:extLst>
              <a:ext uri="{FF2B5EF4-FFF2-40B4-BE49-F238E27FC236}">
                <a16:creationId xmlns:a16="http://schemas.microsoft.com/office/drawing/2014/main" id="{78B85CFC-87BC-4EE9-A46A-E000229108B3}"/>
              </a:ext>
            </a:extLst>
          </p:cNvPr>
          <p:cNvSpPr>
            <a:spLocks noGrp="1"/>
          </p:cNvSpPr>
          <p:nvPr>
            <p:ph type="title"/>
          </p:nvPr>
        </p:nvSpPr>
        <p:spPr>
          <a:xfrm>
            <a:off x="0" y="1268760"/>
            <a:ext cx="6838718" cy="2592000"/>
          </a:xfrm>
          <a:custGeom>
            <a:avLst/>
            <a:gdLst>
              <a:gd name="connsiteX0" fmla="*/ 0 w 6838718"/>
              <a:gd name="connsiteY0" fmla="*/ 0 h 2592000"/>
              <a:gd name="connsiteX1" fmla="*/ 6838718 w 6838718"/>
              <a:gd name="connsiteY1" fmla="*/ 0 h 2592000"/>
              <a:gd name="connsiteX2" fmla="*/ 5895623 w 6838718"/>
              <a:gd name="connsiteY2" fmla="*/ 2592000 h 2592000"/>
              <a:gd name="connsiteX3" fmla="*/ 0 w 6838718"/>
              <a:gd name="connsiteY3" fmla="*/ 2592000 h 2592000"/>
            </a:gdLst>
            <a:ahLst/>
            <a:cxnLst>
              <a:cxn ang="0">
                <a:pos x="connsiteX0" y="connsiteY0"/>
              </a:cxn>
              <a:cxn ang="0">
                <a:pos x="connsiteX1" y="connsiteY1"/>
              </a:cxn>
              <a:cxn ang="0">
                <a:pos x="connsiteX2" y="connsiteY2"/>
              </a:cxn>
              <a:cxn ang="0">
                <a:pos x="connsiteX3" y="connsiteY3"/>
              </a:cxn>
            </a:cxnLst>
            <a:rect l="l" t="t" r="r" b="b"/>
            <a:pathLst>
              <a:path w="6838718" h="2592000">
                <a:moveTo>
                  <a:pt x="0" y="0"/>
                </a:moveTo>
                <a:lnTo>
                  <a:pt x="6838718" y="0"/>
                </a:lnTo>
                <a:lnTo>
                  <a:pt x="5895623" y="2592000"/>
                </a:lnTo>
                <a:lnTo>
                  <a:pt x="0" y="2592000"/>
                </a:lnTo>
                <a:close/>
              </a:path>
            </a:pathLst>
          </a:custGeom>
          <a:solidFill>
            <a:schemeClr val="accent2"/>
          </a:solidFill>
        </p:spPr>
        <p:txBody>
          <a:bodyPr wrap="square" lIns="547200" tIns="324000" rIns="648000" bIns="0" anchor="t" anchorCtr="0">
            <a:noAutofit/>
          </a:bodyPr>
          <a:lstStyle>
            <a:lvl1pPr>
              <a:lnSpc>
                <a:spcPct val="100000"/>
              </a:lnSpc>
              <a:defRPr sz="5000">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1660785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859181-A5FC-47F3-87A1-2CDDE50946D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83E398D-CAE1-4AC5-A789-FF2CE97C3E3E}"/>
              </a:ext>
            </a:extLst>
          </p:cNvPr>
          <p:cNvSpPr>
            <a:spLocks noGrp="1"/>
          </p:cNvSpPr>
          <p:nvPr>
            <p:ph sz="half" idx="1"/>
          </p:nvPr>
        </p:nvSpPr>
        <p:spPr>
          <a:xfrm>
            <a:off x="551384" y="1700808"/>
            <a:ext cx="5328000" cy="4464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a:extLst>
              <a:ext uri="{FF2B5EF4-FFF2-40B4-BE49-F238E27FC236}">
                <a16:creationId xmlns:a16="http://schemas.microsoft.com/office/drawing/2014/main" id="{4FB55922-D5F9-431B-B7B4-5D81B0B87941}"/>
              </a:ext>
            </a:extLst>
          </p:cNvPr>
          <p:cNvSpPr>
            <a:spLocks noGrp="1"/>
          </p:cNvSpPr>
          <p:nvPr>
            <p:ph sz="half" idx="2"/>
          </p:nvPr>
        </p:nvSpPr>
        <p:spPr>
          <a:xfrm>
            <a:off x="6312608" y="1700808"/>
            <a:ext cx="5328000" cy="4464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umsplatzhalter 4">
            <a:extLst>
              <a:ext uri="{FF2B5EF4-FFF2-40B4-BE49-F238E27FC236}">
                <a16:creationId xmlns:a16="http://schemas.microsoft.com/office/drawing/2014/main" id="{3A7D0E5D-BC05-4255-A6DC-D38E3CC8120B}"/>
              </a:ext>
            </a:extLst>
          </p:cNvPr>
          <p:cNvSpPr>
            <a:spLocks noGrp="1"/>
          </p:cNvSpPr>
          <p:nvPr>
            <p:ph type="dt" sz="half" idx="10"/>
          </p:nvPr>
        </p:nvSpPr>
        <p:spPr/>
        <p:txBody>
          <a:bodyPr/>
          <a:lstStyle/>
          <a:p>
            <a:fld id="{41BFA5D7-5B83-4655-B44E-D6DFCC46D913}" type="datetime4">
              <a:rPr lang="de-DE" smtClean="0"/>
              <a:t>19. November 2025</a:t>
            </a:fld>
            <a:endParaRPr lang="de-DE"/>
          </a:p>
        </p:txBody>
      </p:sp>
      <p:sp>
        <p:nvSpPr>
          <p:cNvPr id="6" name="Fußzeilenplatzhalter 5">
            <a:extLst>
              <a:ext uri="{FF2B5EF4-FFF2-40B4-BE49-F238E27FC236}">
                <a16:creationId xmlns:a16="http://schemas.microsoft.com/office/drawing/2014/main" id="{0DCBBFB0-EAB5-4825-9B89-36EBE40923C7}"/>
              </a:ext>
            </a:extLst>
          </p:cNvPr>
          <p:cNvSpPr>
            <a:spLocks noGrp="1"/>
          </p:cNvSpPr>
          <p:nvPr>
            <p:ph type="ftr" sz="quarter" idx="11"/>
          </p:nvPr>
        </p:nvSpPr>
        <p:spPr/>
        <p:txBody>
          <a:bodyPr/>
          <a:lstStyle/>
          <a:p>
            <a:r>
              <a:rPr lang="de-DE"/>
              <a:t>Titel der Präsentation</a:t>
            </a:r>
          </a:p>
        </p:txBody>
      </p:sp>
      <p:sp>
        <p:nvSpPr>
          <p:cNvPr id="7" name="Foliennummernplatzhalter 6">
            <a:extLst>
              <a:ext uri="{FF2B5EF4-FFF2-40B4-BE49-F238E27FC236}">
                <a16:creationId xmlns:a16="http://schemas.microsoft.com/office/drawing/2014/main" id="{C78D0496-54A8-4E07-AD63-9FB99172FAFA}"/>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10" name="Textplatzhalter 8">
            <a:extLst>
              <a:ext uri="{FF2B5EF4-FFF2-40B4-BE49-F238E27FC236}">
                <a16:creationId xmlns:a16="http://schemas.microsoft.com/office/drawing/2014/main" id="{40AA0BFF-7BA6-4EBB-92CF-30DC602DF210}"/>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a:t>
            </a:r>
          </a:p>
        </p:txBody>
      </p:sp>
    </p:spTree>
    <p:extLst>
      <p:ext uri="{BB962C8B-B14F-4D97-AF65-F5344CB8AC3E}">
        <p14:creationId xmlns:p14="http://schemas.microsoft.com/office/powerpoint/2010/main" val="735002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Bild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859181-A5FC-47F3-87A1-2CDDE50946DC}"/>
              </a:ext>
            </a:extLst>
          </p:cNvPr>
          <p:cNvSpPr>
            <a:spLocks noGrp="1"/>
          </p:cNvSpPr>
          <p:nvPr>
            <p:ph type="title"/>
          </p:nvPr>
        </p:nvSpPr>
        <p:spPr/>
        <p:txBody>
          <a:bodyPr/>
          <a:lstStyle/>
          <a:p>
            <a:r>
              <a:rPr lang="de-DE"/>
              <a:t>Mastertitelformat bearbeiten</a:t>
            </a:r>
          </a:p>
        </p:txBody>
      </p:sp>
      <p:sp>
        <p:nvSpPr>
          <p:cNvPr id="4" name="Inhaltsplatzhalter 3">
            <a:extLst>
              <a:ext uri="{FF2B5EF4-FFF2-40B4-BE49-F238E27FC236}">
                <a16:creationId xmlns:a16="http://schemas.microsoft.com/office/drawing/2014/main" id="{4FB55922-D5F9-431B-B7B4-5D81B0B87941}"/>
              </a:ext>
            </a:extLst>
          </p:cNvPr>
          <p:cNvSpPr>
            <a:spLocks noGrp="1"/>
          </p:cNvSpPr>
          <p:nvPr>
            <p:ph sz="half" idx="2"/>
          </p:nvPr>
        </p:nvSpPr>
        <p:spPr>
          <a:xfrm>
            <a:off x="6312024" y="1701304"/>
            <a:ext cx="5328000" cy="4464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umsplatzhalter 4">
            <a:extLst>
              <a:ext uri="{FF2B5EF4-FFF2-40B4-BE49-F238E27FC236}">
                <a16:creationId xmlns:a16="http://schemas.microsoft.com/office/drawing/2014/main" id="{3A7D0E5D-BC05-4255-A6DC-D38E3CC8120B}"/>
              </a:ext>
            </a:extLst>
          </p:cNvPr>
          <p:cNvSpPr>
            <a:spLocks noGrp="1"/>
          </p:cNvSpPr>
          <p:nvPr>
            <p:ph type="dt" sz="half" idx="10"/>
          </p:nvPr>
        </p:nvSpPr>
        <p:spPr/>
        <p:txBody>
          <a:bodyPr/>
          <a:lstStyle/>
          <a:p>
            <a:fld id="{41BFA5D7-5B83-4655-B44E-D6DFCC46D913}" type="datetime4">
              <a:rPr lang="de-DE" smtClean="0"/>
              <a:t>19. November 2025</a:t>
            </a:fld>
            <a:endParaRPr lang="de-DE"/>
          </a:p>
        </p:txBody>
      </p:sp>
      <p:sp>
        <p:nvSpPr>
          <p:cNvPr id="6" name="Fußzeilenplatzhalter 5">
            <a:extLst>
              <a:ext uri="{FF2B5EF4-FFF2-40B4-BE49-F238E27FC236}">
                <a16:creationId xmlns:a16="http://schemas.microsoft.com/office/drawing/2014/main" id="{0DCBBFB0-EAB5-4825-9B89-36EBE40923C7}"/>
              </a:ext>
            </a:extLst>
          </p:cNvPr>
          <p:cNvSpPr>
            <a:spLocks noGrp="1"/>
          </p:cNvSpPr>
          <p:nvPr>
            <p:ph type="ftr" sz="quarter" idx="11"/>
          </p:nvPr>
        </p:nvSpPr>
        <p:spPr/>
        <p:txBody>
          <a:bodyPr/>
          <a:lstStyle/>
          <a:p>
            <a:r>
              <a:rPr lang="de-DE"/>
              <a:t>Titel der Präsentation</a:t>
            </a:r>
          </a:p>
        </p:txBody>
      </p:sp>
      <p:sp>
        <p:nvSpPr>
          <p:cNvPr id="7" name="Foliennummernplatzhalter 6">
            <a:extLst>
              <a:ext uri="{FF2B5EF4-FFF2-40B4-BE49-F238E27FC236}">
                <a16:creationId xmlns:a16="http://schemas.microsoft.com/office/drawing/2014/main" id="{C78D0496-54A8-4E07-AD63-9FB99172FAFA}"/>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9" name="Bildplatzhalter 8">
            <a:extLst>
              <a:ext uri="{FF2B5EF4-FFF2-40B4-BE49-F238E27FC236}">
                <a16:creationId xmlns:a16="http://schemas.microsoft.com/office/drawing/2014/main" id="{87A5EAE3-80BA-4A43-A401-4A651BF06618}"/>
              </a:ext>
            </a:extLst>
          </p:cNvPr>
          <p:cNvSpPr>
            <a:spLocks noGrp="1"/>
          </p:cNvSpPr>
          <p:nvPr>
            <p:ph type="pic" sz="quarter" idx="13"/>
          </p:nvPr>
        </p:nvSpPr>
        <p:spPr>
          <a:xfrm>
            <a:off x="551384" y="1845304"/>
            <a:ext cx="5328000" cy="4320000"/>
          </a:xfrm>
        </p:spPr>
        <p:txBody>
          <a:bodyPr/>
          <a:lstStyle/>
          <a:p>
            <a:r>
              <a:rPr lang="de-DE"/>
              <a:t>Bild durch Klicken auf Symbol hinzufügen</a:t>
            </a:r>
            <a:endParaRPr lang="de-DE" dirty="0"/>
          </a:p>
        </p:txBody>
      </p:sp>
      <p:sp>
        <p:nvSpPr>
          <p:cNvPr id="10" name="Textplatzhalter 8">
            <a:extLst>
              <a:ext uri="{FF2B5EF4-FFF2-40B4-BE49-F238E27FC236}">
                <a16:creationId xmlns:a16="http://schemas.microsoft.com/office/drawing/2014/main" id="{E1AD9D60-E146-4AF1-943E-E3D2CA018C17}"/>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a:t>
            </a:r>
          </a:p>
        </p:txBody>
      </p:sp>
    </p:spTree>
    <p:extLst>
      <p:ext uri="{BB962C8B-B14F-4D97-AF65-F5344CB8AC3E}">
        <p14:creationId xmlns:p14="http://schemas.microsoft.com/office/powerpoint/2010/main" val="1231375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d und Hervorhebung">
    <p:spTree>
      <p:nvGrpSpPr>
        <p:cNvPr id="1" name=""/>
        <p:cNvGrpSpPr/>
        <p:nvPr/>
      </p:nvGrpSpPr>
      <p:grpSpPr>
        <a:xfrm>
          <a:off x="0" y="0"/>
          <a:ext cx="0" cy="0"/>
          <a:chOff x="0" y="0"/>
          <a:chExt cx="0" cy="0"/>
        </a:xfrm>
      </p:grpSpPr>
      <p:sp>
        <p:nvSpPr>
          <p:cNvPr id="15" name="Freihandform: Form 14">
            <a:extLst>
              <a:ext uri="{FF2B5EF4-FFF2-40B4-BE49-F238E27FC236}">
                <a16:creationId xmlns:a16="http://schemas.microsoft.com/office/drawing/2014/main" id="{447AD8CB-006B-438B-AD4F-EE90B20E5DCA}"/>
              </a:ext>
            </a:extLst>
          </p:cNvPr>
          <p:cNvSpPr/>
          <p:nvPr/>
        </p:nvSpPr>
        <p:spPr>
          <a:xfrm>
            <a:off x="4826761" y="1799970"/>
            <a:ext cx="7367523" cy="3630675"/>
          </a:xfrm>
          <a:custGeom>
            <a:avLst/>
            <a:gdLst>
              <a:gd name="connsiteX0" fmla="*/ 7367524 w 7367523"/>
              <a:gd name="connsiteY0" fmla="*/ 0 h 3630675"/>
              <a:gd name="connsiteX1" fmla="*/ 1321435 w 7367523"/>
              <a:gd name="connsiteY1" fmla="*/ 0 h 3630675"/>
              <a:gd name="connsiteX2" fmla="*/ 0 w 7367523"/>
              <a:gd name="connsiteY2" fmla="*/ 3630676 h 3630675"/>
              <a:gd name="connsiteX3" fmla="*/ 7367524 w 7367523"/>
              <a:gd name="connsiteY3" fmla="*/ 3630676 h 3630675"/>
              <a:gd name="connsiteX4" fmla="*/ 7367524 w 7367523"/>
              <a:gd name="connsiteY4" fmla="*/ 0 h 3630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7523" h="3630675">
                <a:moveTo>
                  <a:pt x="7367524" y="0"/>
                </a:moveTo>
                <a:lnTo>
                  <a:pt x="1321435" y="0"/>
                </a:lnTo>
                <a:lnTo>
                  <a:pt x="0" y="3630676"/>
                </a:lnTo>
                <a:lnTo>
                  <a:pt x="7367524" y="3630676"/>
                </a:lnTo>
                <a:lnTo>
                  <a:pt x="7367524" y="0"/>
                </a:lnTo>
                <a:close/>
              </a:path>
            </a:pathLst>
          </a:custGeom>
          <a:solidFill>
            <a:schemeClr val="accent2"/>
          </a:solidFill>
          <a:ln w="12700" cap="flat">
            <a:noFill/>
            <a:prstDash val="solid"/>
            <a:miter/>
          </a:ln>
        </p:spPr>
        <p:txBody>
          <a:bodyPr rtlCol="0" anchor="ctr"/>
          <a:lstStyle/>
          <a:p>
            <a:endParaRPr lang="de-DE"/>
          </a:p>
        </p:txBody>
      </p:sp>
      <p:sp>
        <p:nvSpPr>
          <p:cNvPr id="2" name="Titel 1">
            <a:extLst>
              <a:ext uri="{FF2B5EF4-FFF2-40B4-BE49-F238E27FC236}">
                <a16:creationId xmlns:a16="http://schemas.microsoft.com/office/drawing/2014/main" id="{CE859181-A5FC-47F3-87A1-2CDDE50946DC}"/>
              </a:ext>
            </a:extLst>
          </p:cNvPr>
          <p:cNvSpPr>
            <a:spLocks noGrp="1"/>
          </p:cNvSpPr>
          <p:nvPr>
            <p:ph type="title"/>
          </p:nvPr>
        </p:nvSpPr>
        <p:spPr/>
        <p:txBody>
          <a:bodyPr/>
          <a:lstStyle/>
          <a:p>
            <a:r>
              <a:rPr lang="de-DE"/>
              <a:t>Mastertitelformat bearbeiten</a:t>
            </a:r>
          </a:p>
        </p:txBody>
      </p:sp>
      <p:sp>
        <p:nvSpPr>
          <p:cNvPr id="4" name="Inhaltsplatzhalter 3">
            <a:extLst>
              <a:ext uri="{FF2B5EF4-FFF2-40B4-BE49-F238E27FC236}">
                <a16:creationId xmlns:a16="http://schemas.microsoft.com/office/drawing/2014/main" id="{4FB55922-D5F9-431B-B7B4-5D81B0B87941}"/>
              </a:ext>
            </a:extLst>
          </p:cNvPr>
          <p:cNvSpPr>
            <a:spLocks noGrp="1"/>
          </p:cNvSpPr>
          <p:nvPr>
            <p:ph sz="half" idx="2"/>
          </p:nvPr>
        </p:nvSpPr>
        <p:spPr>
          <a:xfrm>
            <a:off x="6312024" y="2060848"/>
            <a:ext cx="5472608" cy="2952000"/>
          </a:xfrm>
        </p:spPr>
        <p:txBody>
          <a:bodyPr tIns="36000"/>
          <a:lstStyle>
            <a:lvl1pPr marL="0" indent="0">
              <a:spcBef>
                <a:spcPts val="0"/>
              </a:spcBef>
              <a:spcAft>
                <a:spcPts val="600"/>
              </a:spcAft>
              <a:buFont typeface="Arial" panose="020B0604020202020204" pitchFamily="34" charset="0"/>
              <a:buNone/>
              <a:defRPr sz="2400">
                <a:solidFill>
                  <a:schemeClr val="bg1"/>
                </a:solidFill>
              </a:defRPr>
            </a:lvl1pPr>
            <a:lvl2pPr marL="0" indent="0">
              <a:spcBef>
                <a:spcPts val="0"/>
              </a:spcBef>
              <a:spcAft>
                <a:spcPts val="0"/>
              </a:spcAft>
              <a:buFont typeface="Arial" panose="020B0604020202020204" pitchFamily="34" charset="0"/>
              <a:buNone/>
              <a:defRPr sz="2400" b="0">
                <a:solidFill>
                  <a:schemeClr val="bg1"/>
                </a:solidFill>
              </a:defRPr>
            </a:lvl2pPr>
            <a:lvl3pPr marL="0" indent="0">
              <a:spcBef>
                <a:spcPts val="0"/>
              </a:spcBef>
              <a:spcAft>
                <a:spcPts val="0"/>
              </a:spcAft>
              <a:buClr>
                <a:schemeClr val="bg1"/>
              </a:buClr>
              <a:buFont typeface="Arial" panose="020B0604020202020204" pitchFamily="34" charset="0"/>
              <a:buNone/>
              <a:defRPr sz="2400">
                <a:solidFill>
                  <a:schemeClr val="bg1"/>
                </a:solidFill>
              </a:defRPr>
            </a:lvl3pPr>
            <a:lvl4pPr marL="0" indent="0">
              <a:spcBef>
                <a:spcPts val="0"/>
              </a:spcBef>
              <a:spcAft>
                <a:spcPts val="0"/>
              </a:spcAft>
              <a:buClr>
                <a:schemeClr val="bg1"/>
              </a:buClr>
              <a:buFont typeface="Arial" panose="020B0604020202020204" pitchFamily="34" charset="0"/>
              <a:buNone/>
              <a:defRPr sz="2400">
                <a:solidFill>
                  <a:schemeClr val="bg1"/>
                </a:solidFill>
              </a:defRPr>
            </a:lvl4pPr>
            <a:lvl5pPr marL="0" indent="0">
              <a:spcBef>
                <a:spcPts val="0"/>
              </a:spcBef>
              <a:spcAft>
                <a:spcPts val="0"/>
              </a:spcAft>
              <a:buClr>
                <a:schemeClr val="bg1"/>
              </a:buClr>
              <a:buFont typeface="Arial" panose="020B0604020202020204" pitchFamily="34" charset="0"/>
              <a:buNone/>
              <a:defRPr sz="2400">
                <a:solidFill>
                  <a:schemeClr val="bg1"/>
                </a:solidFill>
              </a:defRPr>
            </a:lvl5pPr>
            <a:lvl6pPr marL="0" indent="0">
              <a:spcBef>
                <a:spcPts val="0"/>
              </a:spcBef>
              <a:spcAft>
                <a:spcPts val="0"/>
              </a:spcAft>
              <a:buClr>
                <a:schemeClr val="bg1"/>
              </a:buClr>
              <a:buFont typeface="Arial" panose="020B0604020202020204" pitchFamily="34" charset="0"/>
              <a:buNone/>
              <a:defRPr sz="2400">
                <a:solidFill>
                  <a:schemeClr val="bg1"/>
                </a:solidFill>
              </a:defRPr>
            </a:lvl6pPr>
            <a:lvl7pPr marL="0" indent="0">
              <a:spcBef>
                <a:spcPts val="0"/>
              </a:spcBef>
              <a:spcAft>
                <a:spcPts val="0"/>
              </a:spcAft>
              <a:buFont typeface="Arial" panose="020B0604020202020204" pitchFamily="34" charset="0"/>
              <a:buNone/>
              <a:defRPr sz="2400">
                <a:solidFill>
                  <a:schemeClr val="bg1"/>
                </a:solidFill>
              </a:defRPr>
            </a:lvl7pPr>
            <a:lvl8pPr marL="0" indent="0">
              <a:spcBef>
                <a:spcPts val="0"/>
              </a:spcBef>
              <a:spcAft>
                <a:spcPts val="0"/>
              </a:spcAft>
              <a:buFont typeface="Arial" panose="020B0604020202020204" pitchFamily="34" charset="0"/>
              <a:buNone/>
              <a:defRPr sz="2400">
                <a:solidFill>
                  <a:schemeClr val="bg1"/>
                </a:solidFill>
              </a:defRPr>
            </a:lvl8pPr>
            <a:lvl9pPr marL="0" indent="0">
              <a:spcBef>
                <a:spcPts val="0"/>
              </a:spcBef>
              <a:spcAft>
                <a:spcPts val="0"/>
              </a:spcAft>
              <a:buFont typeface="Arial" panose="020B0604020202020204" pitchFamily="34" charset="0"/>
              <a:buNone/>
              <a:defRPr sz="24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umsplatzhalter 4">
            <a:extLst>
              <a:ext uri="{FF2B5EF4-FFF2-40B4-BE49-F238E27FC236}">
                <a16:creationId xmlns:a16="http://schemas.microsoft.com/office/drawing/2014/main" id="{3A7D0E5D-BC05-4255-A6DC-D38E3CC8120B}"/>
              </a:ext>
            </a:extLst>
          </p:cNvPr>
          <p:cNvSpPr>
            <a:spLocks noGrp="1"/>
          </p:cNvSpPr>
          <p:nvPr>
            <p:ph type="dt" sz="half" idx="10"/>
          </p:nvPr>
        </p:nvSpPr>
        <p:spPr/>
        <p:txBody>
          <a:bodyPr/>
          <a:lstStyle/>
          <a:p>
            <a:fld id="{41BFA5D7-5B83-4655-B44E-D6DFCC46D913}" type="datetime4">
              <a:rPr lang="de-DE" smtClean="0"/>
              <a:t>19. November 2025</a:t>
            </a:fld>
            <a:endParaRPr lang="de-DE"/>
          </a:p>
        </p:txBody>
      </p:sp>
      <p:sp>
        <p:nvSpPr>
          <p:cNvPr id="6" name="Fußzeilenplatzhalter 5">
            <a:extLst>
              <a:ext uri="{FF2B5EF4-FFF2-40B4-BE49-F238E27FC236}">
                <a16:creationId xmlns:a16="http://schemas.microsoft.com/office/drawing/2014/main" id="{0DCBBFB0-EAB5-4825-9B89-36EBE40923C7}"/>
              </a:ext>
            </a:extLst>
          </p:cNvPr>
          <p:cNvSpPr>
            <a:spLocks noGrp="1"/>
          </p:cNvSpPr>
          <p:nvPr>
            <p:ph type="ftr" sz="quarter" idx="11"/>
          </p:nvPr>
        </p:nvSpPr>
        <p:spPr/>
        <p:txBody>
          <a:bodyPr/>
          <a:lstStyle/>
          <a:p>
            <a:r>
              <a:rPr lang="de-DE"/>
              <a:t>Titel der Präsentation</a:t>
            </a:r>
          </a:p>
        </p:txBody>
      </p:sp>
      <p:sp>
        <p:nvSpPr>
          <p:cNvPr id="7" name="Foliennummernplatzhalter 6">
            <a:extLst>
              <a:ext uri="{FF2B5EF4-FFF2-40B4-BE49-F238E27FC236}">
                <a16:creationId xmlns:a16="http://schemas.microsoft.com/office/drawing/2014/main" id="{C78D0496-54A8-4E07-AD63-9FB99172FAFA}"/>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9" name="Bildplatzhalter 8">
            <a:extLst>
              <a:ext uri="{FF2B5EF4-FFF2-40B4-BE49-F238E27FC236}">
                <a16:creationId xmlns:a16="http://schemas.microsoft.com/office/drawing/2014/main" id="{87A5EAE3-80BA-4A43-A401-4A651BF06618}"/>
              </a:ext>
            </a:extLst>
          </p:cNvPr>
          <p:cNvSpPr>
            <a:spLocks noGrp="1"/>
          </p:cNvSpPr>
          <p:nvPr>
            <p:ph type="pic" sz="quarter" idx="13"/>
          </p:nvPr>
        </p:nvSpPr>
        <p:spPr>
          <a:xfrm>
            <a:off x="1" y="2492896"/>
            <a:ext cx="5814000" cy="3674789"/>
          </a:xfrm>
          <a:custGeom>
            <a:avLst/>
            <a:gdLst>
              <a:gd name="connsiteX0" fmla="*/ 0 w 5814000"/>
              <a:gd name="connsiteY0" fmla="*/ 0 h 3672408"/>
              <a:gd name="connsiteX1" fmla="*/ 5814000 w 5814000"/>
              <a:gd name="connsiteY1" fmla="*/ 0 h 3672408"/>
              <a:gd name="connsiteX2" fmla="*/ 5814000 w 5814000"/>
              <a:gd name="connsiteY2" fmla="*/ 3672408 h 3672408"/>
              <a:gd name="connsiteX3" fmla="*/ 0 w 5814000"/>
              <a:gd name="connsiteY3" fmla="*/ 3672408 h 3672408"/>
              <a:gd name="connsiteX4" fmla="*/ 0 w 5814000"/>
              <a:gd name="connsiteY4" fmla="*/ 0 h 3672408"/>
              <a:gd name="connsiteX0" fmla="*/ 0 w 5814000"/>
              <a:gd name="connsiteY0" fmla="*/ 0 h 3674789"/>
              <a:gd name="connsiteX1" fmla="*/ 5814000 w 5814000"/>
              <a:gd name="connsiteY1" fmla="*/ 0 h 3674789"/>
              <a:gd name="connsiteX2" fmla="*/ 4478118 w 5814000"/>
              <a:gd name="connsiteY2" fmla="*/ 3674789 h 3674789"/>
              <a:gd name="connsiteX3" fmla="*/ 0 w 5814000"/>
              <a:gd name="connsiteY3" fmla="*/ 3672408 h 3674789"/>
              <a:gd name="connsiteX4" fmla="*/ 0 w 5814000"/>
              <a:gd name="connsiteY4" fmla="*/ 0 h 3674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14000" h="3674789">
                <a:moveTo>
                  <a:pt x="0" y="0"/>
                </a:moveTo>
                <a:lnTo>
                  <a:pt x="5814000" y="0"/>
                </a:lnTo>
                <a:lnTo>
                  <a:pt x="4478118" y="3674789"/>
                </a:lnTo>
                <a:lnTo>
                  <a:pt x="0" y="3672408"/>
                </a:lnTo>
                <a:lnTo>
                  <a:pt x="0" y="0"/>
                </a:lnTo>
                <a:close/>
              </a:path>
            </a:pathLst>
          </a:custGeom>
        </p:spPr>
        <p:txBody>
          <a:bodyPr/>
          <a:lstStyle/>
          <a:p>
            <a:r>
              <a:rPr lang="de-DE"/>
              <a:t>Bild durch Klicken auf Symbol hinzufügen</a:t>
            </a:r>
            <a:endParaRPr lang="de-DE" dirty="0"/>
          </a:p>
        </p:txBody>
      </p:sp>
      <p:sp>
        <p:nvSpPr>
          <p:cNvPr id="10" name="Textplatzhalter 8">
            <a:extLst>
              <a:ext uri="{FF2B5EF4-FFF2-40B4-BE49-F238E27FC236}">
                <a16:creationId xmlns:a16="http://schemas.microsoft.com/office/drawing/2014/main" id="{DF6C857E-3BBE-48A1-8BED-BC86D07DF669}"/>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a:t>
            </a:r>
          </a:p>
        </p:txBody>
      </p:sp>
    </p:spTree>
    <p:extLst>
      <p:ext uri="{BB962C8B-B14F-4D97-AF65-F5344CB8AC3E}">
        <p14:creationId xmlns:p14="http://schemas.microsoft.com/office/powerpoint/2010/main" val="1518801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elle und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859181-A5FC-47F3-87A1-2CDDE50946DC}"/>
              </a:ext>
            </a:extLst>
          </p:cNvPr>
          <p:cNvSpPr>
            <a:spLocks noGrp="1"/>
          </p:cNvSpPr>
          <p:nvPr>
            <p:ph type="title"/>
          </p:nvPr>
        </p:nvSpPr>
        <p:spPr/>
        <p:txBody>
          <a:bodyPr/>
          <a:lstStyle/>
          <a:p>
            <a:r>
              <a:rPr lang="de-DE"/>
              <a:t>Mastertitelformat bearbeiten</a:t>
            </a:r>
            <a:endParaRPr lang="de-DE" dirty="0"/>
          </a:p>
        </p:txBody>
      </p:sp>
      <p:sp>
        <p:nvSpPr>
          <p:cNvPr id="5" name="Datumsplatzhalter 4">
            <a:extLst>
              <a:ext uri="{FF2B5EF4-FFF2-40B4-BE49-F238E27FC236}">
                <a16:creationId xmlns:a16="http://schemas.microsoft.com/office/drawing/2014/main" id="{3A7D0E5D-BC05-4255-A6DC-D38E3CC8120B}"/>
              </a:ext>
            </a:extLst>
          </p:cNvPr>
          <p:cNvSpPr>
            <a:spLocks noGrp="1"/>
          </p:cNvSpPr>
          <p:nvPr>
            <p:ph type="dt" sz="half" idx="10"/>
          </p:nvPr>
        </p:nvSpPr>
        <p:spPr/>
        <p:txBody>
          <a:bodyPr/>
          <a:lstStyle/>
          <a:p>
            <a:fld id="{41BFA5D7-5B83-4655-B44E-D6DFCC46D913}" type="datetime4">
              <a:rPr lang="de-DE" smtClean="0"/>
              <a:t>19. November 2025</a:t>
            </a:fld>
            <a:endParaRPr lang="de-DE"/>
          </a:p>
        </p:txBody>
      </p:sp>
      <p:sp>
        <p:nvSpPr>
          <p:cNvPr id="6" name="Fußzeilenplatzhalter 5">
            <a:extLst>
              <a:ext uri="{FF2B5EF4-FFF2-40B4-BE49-F238E27FC236}">
                <a16:creationId xmlns:a16="http://schemas.microsoft.com/office/drawing/2014/main" id="{0DCBBFB0-EAB5-4825-9B89-36EBE40923C7}"/>
              </a:ext>
            </a:extLst>
          </p:cNvPr>
          <p:cNvSpPr>
            <a:spLocks noGrp="1"/>
          </p:cNvSpPr>
          <p:nvPr>
            <p:ph type="ftr" sz="quarter" idx="11"/>
          </p:nvPr>
        </p:nvSpPr>
        <p:spPr/>
        <p:txBody>
          <a:bodyPr/>
          <a:lstStyle/>
          <a:p>
            <a:r>
              <a:rPr lang="de-DE"/>
              <a:t>Titel der Präsentation</a:t>
            </a:r>
          </a:p>
        </p:txBody>
      </p:sp>
      <p:sp>
        <p:nvSpPr>
          <p:cNvPr id="7" name="Foliennummernplatzhalter 6">
            <a:extLst>
              <a:ext uri="{FF2B5EF4-FFF2-40B4-BE49-F238E27FC236}">
                <a16:creationId xmlns:a16="http://schemas.microsoft.com/office/drawing/2014/main" id="{C78D0496-54A8-4E07-AD63-9FB99172FAFA}"/>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12" name="Textplatzhalter 8">
            <a:extLst>
              <a:ext uri="{FF2B5EF4-FFF2-40B4-BE49-F238E27FC236}">
                <a16:creationId xmlns:a16="http://schemas.microsoft.com/office/drawing/2014/main" id="{9ED68778-EEF0-4B49-8433-6EFAD2B0179F}"/>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a:t>
            </a:r>
          </a:p>
        </p:txBody>
      </p:sp>
      <p:sp>
        <p:nvSpPr>
          <p:cNvPr id="8" name="Tabellenplatzhalter 7">
            <a:extLst>
              <a:ext uri="{FF2B5EF4-FFF2-40B4-BE49-F238E27FC236}">
                <a16:creationId xmlns:a16="http://schemas.microsoft.com/office/drawing/2014/main" id="{C787DF9F-332B-40EC-8938-20CD5D6CC678}"/>
              </a:ext>
            </a:extLst>
          </p:cNvPr>
          <p:cNvSpPr>
            <a:spLocks noGrp="1"/>
          </p:cNvSpPr>
          <p:nvPr>
            <p:ph type="tbl" sz="quarter" idx="15"/>
          </p:nvPr>
        </p:nvSpPr>
        <p:spPr>
          <a:xfrm>
            <a:off x="550864" y="1845304"/>
            <a:ext cx="7200728" cy="4320000"/>
          </a:xfrm>
        </p:spPr>
        <p:txBody>
          <a:bodyPr/>
          <a:lstStyle/>
          <a:p>
            <a:r>
              <a:rPr lang="de-DE"/>
              <a:t>Tabelle durch Klicken auf Symbol hinzufügen</a:t>
            </a:r>
          </a:p>
        </p:txBody>
      </p:sp>
      <p:sp>
        <p:nvSpPr>
          <p:cNvPr id="11" name="Textplatzhalter 10">
            <a:extLst>
              <a:ext uri="{FF2B5EF4-FFF2-40B4-BE49-F238E27FC236}">
                <a16:creationId xmlns:a16="http://schemas.microsoft.com/office/drawing/2014/main" id="{35DB1B6B-04EF-4FE2-90D3-7B2694C2F492}"/>
              </a:ext>
            </a:extLst>
          </p:cNvPr>
          <p:cNvSpPr>
            <a:spLocks noGrp="1"/>
          </p:cNvSpPr>
          <p:nvPr>
            <p:ph type="body" sz="quarter" idx="16"/>
          </p:nvPr>
        </p:nvSpPr>
        <p:spPr>
          <a:xfrm>
            <a:off x="8184232" y="1701254"/>
            <a:ext cx="3455318" cy="44640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32597018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0C7EA7-5CC8-4E10-B557-D6243924E131}"/>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5B015681-8B15-444E-8FBD-5D48B1444C75}"/>
              </a:ext>
            </a:extLst>
          </p:cNvPr>
          <p:cNvSpPr>
            <a:spLocks noGrp="1"/>
          </p:cNvSpPr>
          <p:nvPr>
            <p:ph type="dt" sz="half" idx="10"/>
          </p:nvPr>
        </p:nvSpPr>
        <p:spPr/>
        <p:txBody>
          <a:bodyPr/>
          <a:lstStyle/>
          <a:p>
            <a:fld id="{36607B40-3C74-480B-90C9-9BBE76BDA837}" type="datetime4">
              <a:rPr lang="de-DE" smtClean="0"/>
              <a:t>19. November 2025</a:t>
            </a:fld>
            <a:endParaRPr lang="de-DE"/>
          </a:p>
        </p:txBody>
      </p:sp>
      <p:sp>
        <p:nvSpPr>
          <p:cNvPr id="4" name="Fußzeilenplatzhalter 3">
            <a:extLst>
              <a:ext uri="{FF2B5EF4-FFF2-40B4-BE49-F238E27FC236}">
                <a16:creationId xmlns:a16="http://schemas.microsoft.com/office/drawing/2014/main" id="{4574EA10-3C2E-45A0-9051-AEEA7F65E10B}"/>
              </a:ext>
            </a:extLst>
          </p:cNvPr>
          <p:cNvSpPr>
            <a:spLocks noGrp="1"/>
          </p:cNvSpPr>
          <p:nvPr>
            <p:ph type="ftr" sz="quarter" idx="11"/>
          </p:nvPr>
        </p:nvSpPr>
        <p:spPr/>
        <p:txBody>
          <a:bodyPr/>
          <a:lstStyle/>
          <a:p>
            <a:r>
              <a:rPr lang="de-DE"/>
              <a:t>Titel der Präsentation</a:t>
            </a:r>
          </a:p>
        </p:txBody>
      </p:sp>
      <p:sp>
        <p:nvSpPr>
          <p:cNvPr id="5" name="Foliennummernplatzhalter 4">
            <a:extLst>
              <a:ext uri="{FF2B5EF4-FFF2-40B4-BE49-F238E27FC236}">
                <a16:creationId xmlns:a16="http://schemas.microsoft.com/office/drawing/2014/main" id="{080D9340-224D-48C1-91F4-2FAD2D100C14}"/>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9" name="Bildplatzhalter 8">
            <a:extLst>
              <a:ext uri="{FF2B5EF4-FFF2-40B4-BE49-F238E27FC236}">
                <a16:creationId xmlns:a16="http://schemas.microsoft.com/office/drawing/2014/main" id="{794E4CB5-FE76-4B28-B61A-0B51A456F49D}"/>
              </a:ext>
            </a:extLst>
          </p:cNvPr>
          <p:cNvSpPr>
            <a:spLocks noGrp="1"/>
          </p:cNvSpPr>
          <p:nvPr>
            <p:ph type="pic" sz="quarter" idx="13"/>
          </p:nvPr>
        </p:nvSpPr>
        <p:spPr>
          <a:xfrm>
            <a:off x="551384" y="1845144"/>
            <a:ext cx="3457575" cy="2880000"/>
          </a:xfrm>
        </p:spPr>
        <p:txBody>
          <a:bodyPr/>
          <a:lstStyle/>
          <a:p>
            <a:r>
              <a:rPr lang="de-DE"/>
              <a:t>Bild durch Klicken auf Symbol hinzufügen</a:t>
            </a:r>
            <a:endParaRPr lang="de-DE" dirty="0"/>
          </a:p>
        </p:txBody>
      </p:sp>
      <p:sp>
        <p:nvSpPr>
          <p:cNvPr id="11" name="Textplatzhalter 10">
            <a:extLst>
              <a:ext uri="{FF2B5EF4-FFF2-40B4-BE49-F238E27FC236}">
                <a16:creationId xmlns:a16="http://schemas.microsoft.com/office/drawing/2014/main" id="{9C96DA24-BA5A-4BBB-A3E9-860FE7CDF82D}"/>
              </a:ext>
            </a:extLst>
          </p:cNvPr>
          <p:cNvSpPr>
            <a:spLocks noGrp="1"/>
          </p:cNvSpPr>
          <p:nvPr>
            <p:ph type="body" sz="quarter" idx="14"/>
          </p:nvPr>
        </p:nvSpPr>
        <p:spPr>
          <a:xfrm>
            <a:off x="551384" y="4797152"/>
            <a:ext cx="3457575" cy="1368698"/>
          </a:xfrm>
        </p:spPr>
        <p:txBody>
          <a:bodyPr/>
          <a:lstStyle>
            <a:lvl1pPr>
              <a:spcAft>
                <a:spcPts val="0"/>
              </a:spcAft>
              <a:defRPr sz="1400" b="0" baseline="0">
                <a:solidFill>
                  <a:schemeClr val="accent4"/>
                </a:solidFill>
              </a:defRPr>
            </a:lvl1pPr>
            <a:lvl2pPr marL="0" indent="0">
              <a:spcBef>
                <a:spcPts val="0"/>
              </a:spcBef>
              <a:spcAft>
                <a:spcPts val="0"/>
              </a:spcAft>
              <a:buFont typeface="+mj-lt"/>
              <a:buNone/>
              <a:defRPr sz="1400" b="0" baseline="0">
                <a:solidFill>
                  <a:schemeClr val="accent4"/>
                </a:solidFill>
              </a:defRPr>
            </a:lvl2pPr>
            <a:lvl3pPr marL="0" indent="0">
              <a:spcBef>
                <a:spcPts val="0"/>
              </a:spcBef>
              <a:spcAft>
                <a:spcPts val="0"/>
              </a:spcAft>
              <a:buFont typeface="+mj-lt"/>
              <a:buNone/>
              <a:defRPr sz="1400" b="0" baseline="0">
                <a:solidFill>
                  <a:schemeClr val="accent4"/>
                </a:solidFill>
              </a:defRPr>
            </a:lvl3pPr>
            <a:lvl4pPr marL="0" indent="0">
              <a:spcBef>
                <a:spcPts val="0"/>
              </a:spcBef>
              <a:spcAft>
                <a:spcPts val="0"/>
              </a:spcAft>
              <a:buFont typeface="+mj-lt"/>
              <a:buNone/>
              <a:defRPr sz="1400" b="0" baseline="0">
                <a:solidFill>
                  <a:schemeClr val="accent4"/>
                </a:solidFill>
              </a:defRPr>
            </a:lvl4pPr>
            <a:lvl5pPr marL="0" indent="0">
              <a:spcBef>
                <a:spcPts val="0"/>
              </a:spcBef>
              <a:spcAft>
                <a:spcPts val="0"/>
              </a:spcAft>
              <a:buFont typeface="+mj-lt"/>
              <a:buNone/>
              <a:defRPr sz="1400" b="0" baseline="0">
                <a:solidFill>
                  <a:schemeClr val="accent4"/>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Bildplatzhalter 8">
            <a:extLst>
              <a:ext uri="{FF2B5EF4-FFF2-40B4-BE49-F238E27FC236}">
                <a16:creationId xmlns:a16="http://schemas.microsoft.com/office/drawing/2014/main" id="{2005145F-E6CA-47C2-9BA3-50E266819401}"/>
              </a:ext>
            </a:extLst>
          </p:cNvPr>
          <p:cNvSpPr>
            <a:spLocks noGrp="1"/>
          </p:cNvSpPr>
          <p:nvPr>
            <p:ph type="pic" sz="quarter" idx="15"/>
          </p:nvPr>
        </p:nvSpPr>
        <p:spPr>
          <a:xfrm>
            <a:off x="4366617" y="1845144"/>
            <a:ext cx="3457575" cy="2880000"/>
          </a:xfrm>
        </p:spPr>
        <p:txBody>
          <a:bodyPr/>
          <a:lstStyle/>
          <a:p>
            <a:r>
              <a:rPr lang="de-DE"/>
              <a:t>Bild durch Klicken auf Symbol hinzufügen</a:t>
            </a:r>
            <a:endParaRPr lang="de-DE" dirty="0"/>
          </a:p>
        </p:txBody>
      </p:sp>
      <p:sp>
        <p:nvSpPr>
          <p:cNvPr id="13" name="Textplatzhalter 10">
            <a:extLst>
              <a:ext uri="{FF2B5EF4-FFF2-40B4-BE49-F238E27FC236}">
                <a16:creationId xmlns:a16="http://schemas.microsoft.com/office/drawing/2014/main" id="{F76ED23B-F010-46FB-AD85-31ADB2C5267B}"/>
              </a:ext>
            </a:extLst>
          </p:cNvPr>
          <p:cNvSpPr>
            <a:spLocks noGrp="1"/>
          </p:cNvSpPr>
          <p:nvPr>
            <p:ph type="body" sz="quarter" idx="16"/>
          </p:nvPr>
        </p:nvSpPr>
        <p:spPr>
          <a:xfrm>
            <a:off x="4367808" y="4797152"/>
            <a:ext cx="3457575" cy="1368698"/>
          </a:xfrm>
        </p:spPr>
        <p:txBody>
          <a:bodyPr/>
          <a:lstStyle>
            <a:lvl1pPr>
              <a:spcAft>
                <a:spcPts val="0"/>
              </a:spcAft>
              <a:defRPr sz="1400" b="0">
                <a:solidFill>
                  <a:schemeClr val="accent4"/>
                </a:solidFill>
              </a:defRPr>
            </a:lvl1pPr>
            <a:lvl2pPr marL="0" indent="0">
              <a:spcBef>
                <a:spcPts val="0"/>
              </a:spcBef>
              <a:spcAft>
                <a:spcPts val="0"/>
              </a:spcAft>
              <a:buFont typeface="+mj-lt"/>
              <a:buNone/>
              <a:defRPr sz="1400" b="0">
                <a:solidFill>
                  <a:schemeClr val="accent4"/>
                </a:solidFill>
              </a:defRPr>
            </a:lvl2pPr>
            <a:lvl3pPr marL="0" indent="0">
              <a:spcBef>
                <a:spcPts val="0"/>
              </a:spcBef>
              <a:spcAft>
                <a:spcPts val="0"/>
              </a:spcAft>
              <a:buFont typeface="+mj-lt"/>
              <a:buNone/>
              <a:defRPr sz="1400" b="0">
                <a:solidFill>
                  <a:schemeClr val="accent4"/>
                </a:solidFill>
              </a:defRPr>
            </a:lvl3pPr>
            <a:lvl4pPr marL="0" indent="0">
              <a:spcBef>
                <a:spcPts val="0"/>
              </a:spcBef>
              <a:spcAft>
                <a:spcPts val="0"/>
              </a:spcAft>
              <a:buFont typeface="+mj-lt"/>
              <a:buNone/>
              <a:defRPr sz="1400" b="0">
                <a:solidFill>
                  <a:schemeClr val="accent4"/>
                </a:solidFill>
              </a:defRPr>
            </a:lvl4pPr>
            <a:lvl5pPr marL="0" indent="0">
              <a:spcBef>
                <a:spcPts val="0"/>
              </a:spcBef>
              <a:spcAft>
                <a:spcPts val="0"/>
              </a:spcAft>
              <a:buFont typeface="+mj-lt"/>
              <a:buNone/>
              <a:defRPr sz="1400" b="0">
                <a:solidFill>
                  <a:schemeClr val="accent4"/>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4" name="Bildplatzhalter 8">
            <a:extLst>
              <a:ext uri="{FF2B5EF4-FFF2-40B4-BE49-F238E27FC236}">
                <a16:creationId xmlns:a16="http://schemas.microsoft.com/office/drawing/2014/main" id="{7E7DAADB-8B93-4B4F-92C9-AC96F1606FFB}"/>
              </a:ext>
            </a:extLst>
          </p:cNvPr>
          <p:cNvSpPr>
            <a:spLocks noGrp="1"/>
          </p:cNvSpPr>
          <p:nvPr>
            <p:ph type="pic" sz="quarter" idx="17"/>
          </p:nvPr>
        </p:nvSpPr>
        <p:spPr>
          <a:xfrm>
            <a:off x="8183041" y="1845144"/>
            <a:ext cx="3457575" cy="2880000"/>
          </a:xfrm>
        </p:spPr>
        <p:txBody>
          <a:bodyPr/>
          <a:lstStyle/>
          <a:p>
            <a:r>
              <a:rPr lang="de-DE"/>
              <a:t>Bild durch Klicken auf Symbol hinzufügen</a:t>
            </a:r>
            <a:endParaRPr lang="de-DE" dirty="0"/>
          </a:p>
        </p:txBody>
      </p:sp>
      <p:sp>
        <p:nvSpPr>
          <p:cNvPr id="15" name="Textplatzhalter 10">
            <a:extLst>
              <a:ext uri="{FF2B5EF4-FFF2-40B4-BE49-F238E27FC236}">
                <a16:creationId xmlns:a16="http://schemas.microsoft.com/office/drawing/2014/main" id="{DDAB5E26-C44F-4E26-89AD-2F68503BFDDE}"/>
              </a:ext>
            </a:extLst>
          </p:cNvPr>
          <p:cNvSpPr>
            <a:spLocks noGrp="1"/>
          </p:cNvSpPr>
          <p:nvPr>
            <p:ph type="body" sz="quarter" idx="18"/>
          </p:nvPr>
        </p:nvSpPr>
        <p:spPr>
          <a:xfrm>
            <a:off x="8184232" y="4797152"/>
            <a:ext cx="3457575" cy="1368698"/>
          </a:xfrm>
        </p:spPr>
        <p:txBody>
          <a:bodyPr/>
          <a:lstStyle>
            <a:lvl1pPr>
              <a:spcAft>
                <a:spcPts val="0"/>
              </a:spcAft>
              <a:defRPr sz="1400" b="0">
                <a:solidFill>
                  <a:schemeClr val="accent4"/>
                </a:solidFill>
              </a:defRPr>
            </a:lvl1pPr>
            <a:lvl2pPr marL="0" indent="0">
              <a:spcBef>
                <a:spcPts val="0"/>
              </a:spcBef>
              <a:spcAft>
                <a:spcPts val="0"/>
              </a:spcAft>
              <a:buFont typeface="+mj-lt"/>
              <a:buNone/>
              <a:defRPr sz="1400" b="0">
                <a:solidFill>
                  <a:schemeClr val="accent4"/>
                </a:solidFill>
              </a:defRPr>
            </a:lvl2pPr>
            <a:lvl3pPr marL="0" indent="0">
              <a:spcBef>
                <a:spcPts val="0"/>
              </a:spcBef>
              <a:spcAft>
                <a:spcPts val="0"/>
              </a:spcAft>
              <a:buFont typeface="+mj-lt"/>
              <a:buNone/>
              <a:defRPr sz="1400" b="0">
                <a:solidFill>
                  <a:schemeClr val="accent4"/>
                </a:solidFill>
              </a:defRPr>
            </a:lvl3pPr>
            <a:lvl4pPr marL="0" indent="0">
              <a:spcBef>
                <a:spcPts val="0"/>
              </a:spcBef>
              <a:spcAft>
                <a:spcPts val="0"/>
              </a:spcAft>
              <a:buFont typeface="+mj-lt"/>
              <a:buNone/>
              <a:defRPr sz="1400" b="0">
                <a:solidFill>
                  <a:schemeClr val="accent4"/>
                </a:solidFill>
              </a:defRPr>
            </a:lvl4pPr>
            <a:lvl5pPr marL="0" indent="0">
              <a:spcBef>
                <a:spcPts val="0"/>
              </a:spcBef>
              <a:spcAft>
                <a:spcPts val="0"/>
              </a:spcAft>
              <a:buFont typeface="+mj-lt"/>
              <a:buNone/>
              <a:defRPr sz="1400" b="0">
                <a:solidFill>
                  <a:schemeClr val="accent4"/>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6" name="Textplatzhalter 8">
            <a:extLst>
              <a:ext uri="{FF2B5EF4-FFF2-40B4-BE49-F238E27FC236}">
                <a16:creationId xmlns:a16="http://schemas.microsoft.com/office/drawing/2014/main" id="{090B132F-ACFE-4A4F-8E7B-DE3C6D0B1652}"/>
              </a:ext>
            </a:extLst>
          </p:cNvPr>
          <p:cNvSpPr>
            <a:spLocks noGrp="1"/>
          </p:cNvSpPr>
          <p:nvPr>
            <p:ph type="body" sz="quarter" idx="19"/>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a:t>
            </a:r>
          </a:p>
        </p:txBody>
      </p:sp>
    </p:spTree>
    <p:extLst>
      <p:ext uri="{BB962C8B-B14F-4D97-AF65-F5344CB8AC3E}">
        <p14:creationId xmlns:p14="http://schemas.microsoft.com/office/powerpoint/2010/main" val="8992039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Bilder Hervorheb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0C7EA7-5CC8-4E10-B557-D6243924E131}"/>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5B015681-8B15-444E-8FBD-5D48B1444C75}"/>
              </a:ext>
            </a:extLst>
          </p:cNvPr>
          <p:cNvSpPr>
            <a:spLocks noGrp="1"/>
          </p:cNvSpPr>
          <p:nvPr>
            <p:ph type="dt" sz="half" idx="10"/>
          </p:nvPr>
        </p:nvSpPr>
        <p:spPr/>
        <p:txBody>
          <a:bodyPr/>
          <a:lstStyle/>
          <a:p>
            <a:fld id="{36607B40-3C74-480B-90C9-9BBE76BDA837}" type="datetime4">
              <a:rPr lang="de-DE" smtClean="0"/>
              <a:t>19. November 2025</a:t>
            </a:fld>
            <a:endParaRPr lang="de-DE"/>
          </a:p>
        </p:txBody>
      </p:sp>
      <p:sp>
        <p:nvSpPr>
          <p:cNvPr id="4" name="Fußzeilenplatzhalter 3">
            <a:extLst>
              <a:ext uri="{FF2B5EF4-FFF2-40B4-BE49-F238E27FC236}">
                <a16:creationId xmlns:a16="http://schemas.microsoft.com/office/drawing/2014/main" id="{4574EA10-3C2E-45A0-9051-AEEA7F65E10B}"/>
              </a:ext>
            </a:extLst>
          </p:cNvPr>
          <p:cNvSpPr>
            <a:spLocks noGrp="1"/>
          </p:cNvSpPr>
          <p:nvPr>
            <p:ph type="ftr" sz="quarter" idx="11"/>
          </p:nvPr>
        </p:nvSpPr>
        <p:spPr/>
        <p:txBody>
          <a:bodyPr/>
          <a:lstStyle/>
          <a:p>
            <a:r>
              <a:rPr lang="de-DE"/>
              <a:t>Titel der Präsentation</a:t>
            </a:r>
          </a:p>
        </p:txBody>
      </p:sp>
      <p:sp>
        <p:nvSpPr>
          <p:cNvPr id="5" name="Foliennummernplatzhalter 4">
            <a:extLst>
              <a:ext uri="{FF2B5EF4-FFF2-40B4-BE49-F238E27FC236}">
                <a16:creationId xmlns:a16="http://schemas.microsoft.com/office/drawing/2014/main" id="{080D9340-224D-48C1-91F4-2FAD2D100C14}"/>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17" name="Bildplatzhalter 8">
            <a:extLst>
              <a:ext uri="{FF2B5EF4-FFF2-40B4-BE49-F238E27FC236}">
                <a16:creationId xmlns:a16="http://schemas.microsoft.com/office/drawing/2014/main" id="{6EFA4D61-CAE8-4F96-BF4F-CB8DBD049FB4}"/>
              </a:ext>
            </a:extLst>
          </p:cNvPr>
          <p:cNvSpPr>
            <a:spLocks noGrp="1"/>
          </p:cNvSpPr>
          <p:nvPr>
            <p:ph type="pic" sz="quarter" idx="13"/>
          </p:nvPr>
        </p:nvSpPr>
        <p:spPr>
          <a:xfrm>
            <a:off x="551384" y="1845088"/>
            <a:ext cx="3457575" cy="2304000"/>
          </a:xfrm>
        </p:spPr>
        <p:txBody>
          <a:bodyPr/>
          <a:lstStyle/>
          <a:p>
            <a:r>
              <a:rPr lang="de-DE"/>
              <a:t>Bild durch Klicken auf Symbol hinzufügen</a:t>
            </a:r>
            <a:endParaRPr lang="de-DE" dirty="0"/>
          </a:p>
        </p:txBody>
      </p:sp>
      <p:sp>
        <p:nvSpPr>
          <p:cNvPr id="18" name="Textplatzhalter 10">
            <a:extLst>
              <a:ext uri="{FF2B5EF4-FFF2-40B4-BE49-F238E27FC236}">
                <a16:creationId xmlns:a16="http://schemas.microsoft.com/office/drawing/2014/main" id="{D3314FD7-7CD2-4F2C-B46C-9B43ED9AE948}"/>
              </a:ext>
            </a:extLst>
          </p:cNvPr>
          <p:cNvSpPr>
            <a:spLocks noGrp="1"/>
          </p:cNvSpPr>
          <p:nvPr>
            <p:ph type="body" sz="quarter" idx="14"/>
          </p:nvPr>
        </p:nvSpPr>
        <p:spPr>
          <a:xfrm>
            <a:off x="551384" y="4221088"/>
            <a:ext cx="3457575" cy="1944000"/>
          </a:xfrm>
          <a:solidFill>
            <a:schemeClr val="bg2"/>
          </a:solidFill>
        </p:spPr>
        <p:txBody>
          <a:bodyPr lIns="169200" tIns="108000" rIns="162000" bIns="72000"/>
          <a:lstStyle>
            <a:lvl1pPr>
              <a:defRPr lang="de-DE" sz="1400" b="1" dirty="0"/>
            </a:lvl1pPr>
            <a:lvl2pPr>
              <a:defRPr lang="de-DE" sz="1400" b="0" dirty="0">
                <a:solidFill>
                  <a:schemeClr val="tx1"/>
                </a:solidFill>
              </a:defRPr>
            </a:lvl2pPr>
            <a:lvl3pPr>
              <a:defRPr lang="de-DE" sz="1400" b="0" dirty="0"/>
            </a:lvl3pPr>
            <a:lvl4pPr>
              <a:defRPr lang="de-DE" sz="1400" b="0" dirty="0"/>
            </a:lvl4pPr>
            <a:lvl5pPr>
              <a:defRPr lang="de-DE" sz="1400" b="0" dirty="0"/>
            </a:lvl5pPr>
            <a:lvl6pPr>
              <a:defRPr lang="de-DE" sz="1400" dirty="0"/>
            </a:lvl6pPr>
            <a:lvl7pPr>
              <a:defRPr lang="de-DE" sz="1400" dirty="0"/>
            </a:lvl7pPr>
            <a:lvl8pPr>
              <a:defRPr lang="de-DE" sz="1400" dirty="0"/>
            </a:lvl8pPr>
            <a:lvl9pPr>
              <a:defRPr lang="de-DE" sz="1400" dirty="0"/>
            </a:lvl9pPr>
          </a:lstStyle>
          <a:p>
            <a:pPr lvl="0">
              <a:spcAft>
                <a:spcPts val="700"/>
              </a:spcAft>
            </a:pPr>
            <a:r>
              <a:rPr lang="de-DE"/>
              <a:t>Mastertextformat bearbeiten</a:t>
            </a:r>
          </a:p>
          <a:p>
            <a:pPr lvl="1">
              <a:spcAft>
                <a:spcPts val="700"/>
              </a:spcAft>
            </a:pPr>
            <a:r>
              <a:rPr lang="de-DE"/>
              <a:t>Zweite Ebene</a:t>
            </a:r>
          </a:p>
          <a:p>
            <a:pPr lvl="2">
              <a:spcAft>
                <a:spcPts val="700"/>
              </a:spcAft>
            </a:pPr>
            <a:r>
              <a:rPr lang="de-DE"/>
              <a:t>Dritte Ebene</a:t>
            </a:r>
          </a:p>
          <a:p>
            <a:pPr lvl="3">
              <a:spcAft>
                <a:spcPts val="700"/>
              </a:spcAft>
            </a:pPr>
            <a:r>
              <a:rPr lang="de-DE"/>
              <a:t>Vierte Ebene</a:t>
            </a:r>
          </a:p>
          <a:p>
            <a:pPr lvl="4">
              <a:spcAft>
                <a:spcPts val="700"/>
              </a:spcAft>
            </a:pPr>
            <a:r>
              <a:rPr lang="de-DE"/>
              <a:t>Fünfte Ebene</a:t>
            </a:r>
            <a:endParaRPr lang="de-DE" dirty="0"/>
          </a:p>
        </p:txBody>
      </p:sp>
      <p:sp>
        <p:nvSpPr>
          <p:cNvPr id="19" name="Bildplatzhalter 8">
            <a:extLst>
              <a:ext uri="{FF2B5EF4-FFF2-40B4-BE49-F238E27FC236}">
                <a16:creationId xmlns:a16="http://schemas.microsoft.com/office/drawing/2014/main" id="{CE460651-7922-460B-B9EB-221627C581FC}"/>
              </a:ext>
            </a:extLst>
          </p:cNvPr>
          <p:cNvSpPr>
            <a:spLocks noGrp="1"/>
          </p:cNvSpPr>
          <p:nvPr>
            <p:ph type="pic" sz="quarter" idx="15"/>
          </p:nvPr>
        </p:nvSpPr>
        <p:spPr>
          <a:xfrm>
            <a:off x="4367212" y="1845088"/>
            <a:ext cx="3457575" cy="2304000"/>
          </a:xfrm>
        </p:spPr>
        <p:txBody>
          <a:bodyPr/>
          <a:lstStyle/>
          <a:p>
            <a:r>
              <a:rPr lang="de-DE"/>
              <a:t>Bild durch Klicken auf Symbol hinzufügen</a:t>
            </a:r>
            <a:endParaRPr lang="de-DE" dirty="0"/>
          </a:p>
        </p:txBody>
      </p:sp>
      <p:sp>
        <p:nvSpPr>
          <p:cNvPr id="20" name="Textplatzhalter 10">
            <a:extLst>
              <a:ext uri="{FF2B5EF4-FFF2-40B4-BE49-F238E27FC236}">
                <a16:creationId xmlns:a16="http://schemas.microsoft.com/office/drawing/2014/main" id="{474DEB0E-00A0-479F-B371-926CA8D2EF33}"/>
              </a:ext>
            </a:extLst>
          </p:cNvPr>
          <p:cNvSpPr>
            <a:spLocks noGrp="1"/>
          </p:cNvSpPr>
          <p:nvPr>
            <p:ph type="body" sz="quarter" idx="16"/>
          </p:nvPr>
        </p:nvSpPr>
        <p:spPr>
          <a:xfrm>
            <a:off x="4367212" y="4221088"/>
            <a:ext cx="3457575" cy="1944000"/>
          </a:xfrm>
          <a:solidFill>
            <a:schemeClr val="bg2"/>
          </a:solidFill>
        </p:spPr>
        <p:txBody>
          <a:bodyPr vert="horz" lIns="169200" tIns="108000" rIns="162000" bIns="72000" rtlCol="0">
            <a:noAutofit/>
          </a:bodyPr>
          <a:lstStyle>
            <a:lvl1pPr>
              <a:defRPr lang="de-DE" sz="1400" b="1" dirty="0"/>
            </a:lvl1pPr>
            <a:lvl2pPr>
              <a:defRPr lang="de-DE" sz="1400" b="0" dirty="0">
                <a:solidFill>
                  <a:schemeClr val="tx1"/>
                </a:solidFill>
              </a:defRPr>
            </a:lvl2pPr>
            <a:lvl3pPr>
              <a:defRPr lang="de-DE" sz="1400" b="0" dirty="0"/>
            </a:lvl3pPr>
            <a:lvl4pPr>
              <a:defRPr lang="de-DE" sz="1400" b="0" dirty="0"/>
            </a:lvl4pPr>
            <a:lvl5pPr>
              <a:defRPr lang="de-DE" sz="1400" b="0" dirty="0"/>
            </a:lvl5pPr>
            <a:lvl6pPr>
              <a:defRPr lang="de-DE" sz="1400" dirty="0"/>
            </a:lvl6pPr>
            <a:lvl7pPr>
              <a:defRPr lang="de-DE" sz="1400" dirty="0"/>
            </a:lvl7pPr>
            <a:lvl8pPr>
              <a:defRPr lang="de-DE" sz="1400" dirty="0"/>
            </a:lvl8pPr>
            <a:lvl9pPr>
              <a:defRPr lang="de-DE" sz="1400" dirty="0"/>
            </a:lvl9pPr>
          </a:lstStyle>
          <a:p>
            <a:pPr lvl="0">
              <a:spcAft>
                <a:spcPts val="700"/>
              </a:spcAft>
            </a:pPr>
            <a:r>
              <a:rPr lang="de-DE"/>
              <a:t>Mastertextformat bearbeiten</a:t>
            </a:r>
          </a:p>
          <a:p>
            <a:pPr lvl="1">
              <a:spcAft>
                <a:spcPts val="700"/>
              </a:spcAft>
            </a:pPr>
            <a:r>
              <a:rPr lang="de-DE"/>
              <a:t>Zweite Ebene</a:t>
            </a:r>
          </a:p>
          <a:p>
            <a:pPr lvl="2">
              <a:spcAft>
                <a:spcPts val="700"/>
              </a:spcAft>
            </a:pPr>
            <a:r>
              <a:rPr lang="de-DE"/>
              <a:t>Dritte Ebene</a:t>
            </a:r>
          </a:p>
          <a:p>
            <a:pPr lvl="3">
              <a:spcAft>
                <a:spcPts val="700"/>
              </a:spcAft>
            </a:pPr>
            <a:r>
              <a:rPr lang="de-DE"/>
              <a:t>Vierte Ebene</a:t>
            </a:r>
          </a:p>
          <a:p>
            <a:pPr lvl="4">
              <a:spcAft>
                <a:spcPts val="700"/>
              </a:spcAft>
            </a:pPr>
            <a:r>
              <a:rPr lang="de-DE"/>
              <a:t>Fünfte Ebene</a:t>
            </a:r>
            <a:endParaRPr lang="de-DE" dirty="0"/>
          </a:p>
        </p:txBody>
      </p:sp>
      <p:sp>
        <p:nvSpPr>
          <p:cNvPr id="21" name="Bildplatzhalter 8">
            <a:extLst>
              <a:ext uri="{FF2B5EF4-FFF2-40B4-BE49-F238E27FC236}">
                <a16:creationId xmlns:a16="http://schemas.microsoft.com/office/drawing/2014/main" id="{E6D1FC0C-7071-42A0-A9D3-1AA75A42AE0C}"/>
              </a:ext>
            </a:extLst>
          </p:cNvPr>
          <p:cNvSpPr>
            <a:spLocks noGrp="1"/>
          </p:cNvSpPr>
          <p:nvPr>
            <p:ph type="pic" sz="quarter" idx="17"/>
          </p:nvPr>
        </p:nvSpPr>
        <p:spPr>
          <a:xfrm>
            <a:off x="8183040" y="1845087"/>
            <a:ext cx="3457575" cy="2304000"/>
          </a:xfrm>
        </p:spPr>
        <p:txBody>
          <a:bodyPr/>
          <a:lstStyle/>
          <a:p>
            <a:r>
              <a:rPr lang="de-DE"/>
              <a:t>Bild durch Klicken auf Symbol hinzufügen</a:t>
            </a:r>
            <a:endParaRPr lang="de-DE" dirty="0"/>
          </a:p>
        </p:txBody>
      </p:sp>
      <p:sp>
        <p:nvSpPr>
          <p:cNvPr id="22" name="Textplatzhalter 10">
            <a:extLst>
              <a:ext uri="{FF2B5EF4-FFF2-40B4-BE49-F238E27FC236}">
                <a16:creationId xmlns:a16="http://schemas.microsoft.com/office/drawing/2014/main" id="{6E1738FF-ADB0-4D77-A1C9-858281B12978}"/>
              </a:ext>
            </a:extLst>
          </p:cNvPr>
          <p:cNvSpPr>
            <a:spLocks noGrp="1"/>
          </p:cNvSpPr>
          <p:nvPr>
            <p:ph type="body" sz="quarter" idx="18"/>
          </p:nvPr>
        </p:nvSpPr>
        <p:spPr>
          <a:xfrm>
            <a:off x="8184232" y="4221088"/>
            <a:ext cx="3457575" cy="1944000"/>
          </a:xfrm>
          <a:solidFill>
            <a:schemeClr val="bg2"/>
          </a:solidFill>
        </p:spPr>
        <p:txBody>
          <a:bodyPr vert="horz" lIns="169200" tIns="108000" rIns="162000" bIns="72000" rtlCol="0">
            <a:noAutofit/>
          </a:bodyPr>
          <a:lstStyle>
            <a:lvl1pPr>
              <a:defRPr lang="de-DE" sz="1400" b="1" dirty="0"/>
            </a:lvl1pPr>
            <a:lvl2pPr>
              <a:defRPr lang="de-DE" sz="1400" b="0" dirty="0">
                <a:solidFill>
                  <a:schemeClr val="tx1"/>
                </a:solidFill>
              </a:defRPr>
            </a:lvl2pPr>
            <a:lvl3pPr>
              <a:defRPr lang="de-DE" sz="1400" b="0" dirty="0"/>
            </a:lvl3pPr>
            <a:lvl4pPr>
              <a:defRPr lang="de-DE" sz="1400" b="0" dirty="0"/>
            </a:lvl4pPr>
            <a:lvl5pPr>
              <a:defRPr lang="de-DE" sz="1400" b="0" dirty="0"/>
            </a:lvl5pPr>
            <a:lvl6pPr>
              <a:defRPr lang="de-DE" sz="1400" dirty="0"/>
            </a:lvl6pPr>
            <a:lvl7pPr>
              <a:defRPr lang="de-DE" sz="1400" dirty="0"/>
            </a:lvl7pPr>
            <a:lvl8pPr>
              <a:defRPr lang="de-DE" sz="1400" dirty="0"/>
            </a:lvl8pPr>
            <a:lvl9pPr>
              <a:defRPr lang="de-DE" sz="1400" dirty="0"/>
            </a:lvl9pPr>
          </a:lstStyle>
          <a:p>
            <a:pPr lvl="0">
              <a:spcAft>
                <a:spcPts val="700"/>
              </a:spcAft>
            </a:pPr>
            <a:r>
              <a:rPr lang="de-DE"/>
              <a:t>Mastertextformat bearbeiten</a:t>
            </a:r>
          </a:p>
          <a:p>
            <a:pPr lvl="1">
              <a:spcAft>
                <a:spcPts val="700"/>
              </a:spcAft>
            </a:pPr>
            <a:r>
              <a:rPr lang="de-DE"/>
              <a:t>Zweite Ebene</a:t>
            </a:r>
          </a:p>
          <a:p>
            <a:pPr lvl="2">
              <a:spcAft>
                <a:spcPts val="700"/>
              </a:spcAft>
            </a:pPr>
            <a:r>
              <a:rPr lang="de-DE"/>
              <a:t>Dritte Ebene</a:t>
            </a:r>
          </a:p>
          <a:p>
            <a:pPr lvl="3">
              <a:spcAft>
                <a:spcPts val="700"/>
              </a:spcAft>
            </a:pPr>
            <a:r>
              <a:rPr lang="de-DE"/>
              <a:t>Vierte Ebene</a:t>
            </a:r>
          </a:p>
          <a:p>
            <a:pPr lvl="4">
              <a:spcAft>
                <a:spcPts val="700"/>
              </a:spcAft>
            </a:pPr>
            <a:r>
              <a:rPr lang="de-DE"/>
              <a:t>Fünfte Ebene</a:t>
            </a:r>
            <a:endParaRPr lang="de-DE" dirty="0"/>
          </a:p>
        </p:txBody>
      </p:sp>
      <p:sp>
        <p:nvSpPr>
          <p:cNvPr id="14" name="Textplatzhalter 8">
            <a:extLst>
              <a:ext uri="{FF2B5EF4-FFF2-40B4-BE49-F238E27FC236}">
                <a16:creationId xmlns:a16="http://schemas.microsoft.com/office/drawing/2014/main" id="{14E183B5-3857-4572-93D5-4AE676659EDD}"/>
              </a:ext>
            </a:extLst>
          </p:cNvPr>
          <p:cNvSpPr>
            <a:spLocks noGrp="1"/>
          </p:cNvSpPr>
          <p:nvPr>
            <p:ph type="body" sz="quarter" idx="19"/>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a:t>
            </a:r>
          </a:p>
        </p:txBody>
      </p:sp>
    </p:spTree>
    <p:extLst>
      <p:ext uri="{BB962C8B-B14F-4D97-AF65-F5344CB8AC3E}">
        <p14:creationId xmlns:p14="http://schemas.microsoft.com/office/powerpoint/2010/main" val="3222370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C3A63FC-01BB-44FF-81CB-C1C6E59D9984}"/>
              </a:ext>
            </a:extLst>
          </p:cNvPr>
          <p:cNvSpPr>
            <a:spLocks noGrp="1"/>
          </p:cNvSpPr>
          <p:nvPr>
            <p:ph type="dt" sz="half" idx="10"/>
          </p:nvPr>
        </p:nvSpPr>
        <p:spPr/>
        <p:txBody>
          <a:bodyPr/>
          <a:lstStyle/>
          <a:p>
            <a:fld id="{3E4F9076-0E2C-4C6D-AF26-FF2A3EBF853E}" type="datetime4">
              <a:rPr lang="de-DE" smtClean="0"/>
              <a:t>19. November 2025</a:t>
            </a:fld>
            <a:endParaRPr lang="de-DE"/>
          </a:p>
        </p:txBody>
      </p:sp>
      <p:sp>
        <p:nvSpPr>
          <p:cNvPr id="3" name="Fußzeilenplatzhalter 2">
            <a:extLst>
              <a:ext uri="{FF2B5EF4-FFF2-40B4-BE49-F238E27FC236}">
                <a16:creationId xmlns:a16="http://schemas.microsoft.com/office/drawing/2014/main" id="{25A5442C-D8D3-4CE0-870C-23E76162781D}"/>
              </a:ext>
            </a:extLst>
          </p:cNvPr>
          <p:cNvSpPr>
            <a:spLocks noGrp="1"/>
          </p:cNvSpPr>
          <p:nvPr>
            <p:ph type="ftr" sz="quarter" idx="11"/>
          </p:nvPr>
        </p:nvSpPr>
        <p:spPr/>
        <p:txBody>
          <a:bodyPr/>
          <a:lstStyle/>
          <a:p>
            <a:r>
              <a:rPr lang="de-DE"/>
              <a:t>Titel der Präsentation</a:t>
            </a:r>
          </a:p>
        </p:txBody>
      </p:sp>
      <p:sp>
        <p:nvSpPr>
          <p:cNvPr id="4" name="Foliennummernplatzhalter 3">
            <a:extLst>
              <a:ext uri="{FF2B5EF4-FFF2-40B4-BE49-F238E27FC236}">
                <a16:creationId xmlns:a16="http://schemas.microsoft.com/office/drawing/2014/main" id="{4D25AB6A-169A-480A-BA25-ADA2A812AE22}"/>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8" name="Textplatzhalter 7">
            <a:extLst>
              <a:ext uri="{FF2B5EF4-FFF2-40B4-BE49-F238E27FC236}">
                <a16:creationId xmlns:a16="http://schemas.microsoft.com/office/drawing/2014/main" id="{54A1DE08-AF75-4FC6-BFFF-51BE32538524}"/>
              </a:ext>
            </a:extLst>
          </p:cNvPr>
          <p:cNvSpPr>
            <a:spLocks noGrp="1"/>
          </p:cNvSpPr>
          <p:nvPr>
            <p:ph type="body" sz="quarter" idx="13"/>
          </p:nvPr>
        </p:nvSpPr>
        <p:spPr>
          <a:xfrm>
            <a:off x="551384" y="1628800"/>
            <a:ext cx="7345362" cy="3240088"/>
          </a:xfrm>
        </p:spPr>
        <p:txBody>
          <a:bodyPr tIns="18000"/>
          <a:lstStyle>
            <a:lvl1pPr marL="0" indent="0">
              <a:lnSpc>
                <a:spcPct val="100000"/>
              </a:lnSpc>
              <a:spcAft>
                <a:spcPts val="0"/>
              </a:spcAft>
              <a:buFont typeface="+mj-lt"/>
              <a:buNone/>
              <a:defRPr sz="4000" b="1">
                <a:solidFill>
                  <a:schemeClr val="bg1"/>
                </a:solidFill>
              </a:defRPr>
            </a:lvl1pPr>
            <a:lvl3pPr marL="0" indent="0">
              <a:lnSpc>
                <a:spcPct val="100000"/>
              </a:lnSpc>
              <a:spcAft>
                <a:spcPts val="0"/>
              </a:spcAft>
              <a:buFont typeface="+mj-lt"/>
              <a:buNone/>
              <a:defRPr sz="4000" b="1">
                <a:solidFill>
                  <a:schemeClr val="bg1"/>
                </a:solidFill>
              </a:defRPr>
            </a:lvl3pPr>
            <a:lvl5pPr marL="0" indent="0">
              <a:lnSpc>
                <a:spcPct val="100000"/>
              </a:lnSpc>
              <a:spcAft>
                <a:spcPts val="0"/>
              </a:spcAft>
              <a:buFont typeface="+mj-lt"/>
              <a:buNone/>
              <a:defRPr sz="4000" b="1">
                <a:solidFill>
                  <a:schemeClr val="bg1"/>
                </a:solidFill>
              </a:defRPr>
            </a:lvl5pPr>
            <a:lvl7pPr marL="0" indent="0">
              <a:lnSpc>
                <a:spcPct val="100000"/>
              </a:lnSpc>
              <a:spcAft>
                <a:spcPts val="0"/>
              </a:spcAft>
              <a:buFont typeface="+mj-lt"/>
              <a:buNone/>
              <a:defRPr sz="4000" b="1">
                <a:solidFill>
                  <a:schemeClr val="bg1"/>
                </a:solidFill>
              </a:defRPr>
            </a:lvl7pPr>
            <a:lvl9pPr marL="0" indent="0">
              <a:lnSpc>
                <a:spcPct val="100000"/>
              </a:lnSpc>
              <a:spcAft>
                <a:spcPts val="0"/>
              </a:spcAft>
              <a:buFont typeface="+mj-lt"/>
              <a:buNone/>
              <a:defRPr sz="40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p:txBody>
      </p:sp>
      <p:sp>
        <p:nvSpPr>
          <p:cNvPr id="12" name="Textplatzhalter 11">
            <a:extLst>
              <a:ext uri="{FF2B5EF4-FFF2-40B4-BE49-F238E27FC236}">
                <a16:creationId xmlns:a16="http://schemas.microsoft.com/office/drawing/2014/main" id="{FDE8E6C8-43B0-498C-AF52-92C5EF47138B}"/>
              </a:ext>
            </a:extLst>
          </p:cNvPr>
          <p:cNvSpPr>
            <a:spLocks noGrp="1"/>
          </p:cNvSpPr>
          <p:nvPr>
            <p:ph type="body" sz="quarter" idx="14"/>
          </p:nvPr>
        </p:nvSpPr>
        <p:spPr>
          <a:xfrm>
            <a:off x="8832304" y="4221088"/>
            <a:ext cx="3167063" cy="1656184"/>
          </a:xfrm>
        </p:spPr>
        <p:txBody>
          <a:bodyPr lIns="36000" tIns="0" bIns="36000" anchor="b" anchorCtr="0"/>
          <a:lstStyle>
            <a:lvl1pPr marL="0" indent="0">
              <a:spcBef>
                <a:spcPts val="0"/>
              </a:spcBef>
              <a:spcAft>
                <a:spcPts val="0"/>
              </a:spcAft>
              <a:buFont typeface="Arial" panose="020B0604020202020204" pitchFamily="34" charset="0"/>
              <a:buNone/>
              <a:defRPr sz="1800" b="1">
                <a:solidFill>
                  <a:schemeClr val="bg1"/>
                </a:solidFill>
              </a:defRPr>
            </a:lvl1pPr>
            <a:lvl2pPr marL="0" indent="0">
              <a:spcBef>
                <a:spcPts val="0"/>
              </a:spcBef>
              <a:spcAft>
                <a:spcPts val="0"/>
              </a:spcAft>
              <a:buFont typeface="Arial" panose="020B0604020202020204" pitchFamily="34" charset="0"/>
              <a:buNone/>
              <a:defRPr sz="1800" b="0">
                <a:solidFill>
                  <a:schemeClr val="bg1"/>
                </a:solidFill>
              </a:defRPr>
            </a:lvl2pPr>
            <a:lvl3pPr marL="0" indent="0">
              <a:spcBef>
                <a:spcPts val="0"/>
              </a:spcBef>
              <a:spcAft>
                <a:spcPts val="0"/>
              </a:spcAft>
              <a:buFont typeface="Arial" panose="020B0604020202020204" pitchFamily="34" charset="0"/>
              <a:buNone/>
              <a:defRPr sz="1800" b="0">
                <a:solidFill>
                  <a:schemeClr val="bg1"/>
                </a:solidFill>
              </a:defRPr>
            </a:lvl3pPr>
            <a:lvl4pPr marL="0" indent="0">
              <a:spcBef>
                <a:spcPts val="0"/>
              </a:spcBef>
              <a:spcAft>
                <a:spcPts val="0"/>
              </a:spcAft>
              <a:buFont typeface="Arial" panose="020B0604020202020204" pitchFamily="34" charset="0"/>
              <a:buNone/>
              <a:defRPr sz="1800" b="0">
                <a:solidFill>
                  <a:schemeClr val="bg1"/>
                </a:solidFill>
              </a:defRPr>
            </a:lvl4pPr>
            <a:lvl5pPr marL="0" indent="0">
              <a:spcBef>
                <a:spcPts val="0"/>
              </a:spcBef>
              <a:spcAft>
                <a:spcPts val="0"/>
              </a:spcAft>
              <a:buFont typeface="Arial" panose="020B0604020202020204" pitchFamily="34" charset="0"/>
              <a:buNone/>
              <a:defRPr sz="1800" b="0">
                <a:solidFill>
                  <a:schemeClr val="bg1"/>
                </a:solidFill>
              </a:defRPr>
            </a:lvl5pPr>
            <a:lvl6pPr marL="0" indent="0">
              <a:spcBef>
                <a:spcPts val="0"/>
              </a:spcBef>
              <a:spcAft>
                <a:spcPts val="0"/>
              </a:spcAft>
              <a:buFont typeface="Arial" panose="020B0604020202020204" pitchFamily="34" charset="0"/>
              <a:buNone/>
              <a:defRPr sz="1800" b="0">
                <a:solidFill>
                  <a:schemeClr val="bg1"/>
                </a:solidFill>
              </a:defRPr>
            </a:lvl6pPr>
            <a:lvl7pPr marL="0" indent="0">
              <a:spcBef>
                <a:spcPts val="0"/>
              </a:spcBef>
              <a:spcAft>
                <a:spcPts val="0"/>
              </a:spcAft>
              <a:buFont typeface="Arial" panose="020B0604020202020204" pitchFamily="34" charset="0"/>
              <a:buNone/>
              <a:defRPr sz="1800" b="0">
                <a:solidFill>
                  <a:schemeClr val="bg1"/>
                </a:solidFill>
              </a:defRPr>
            </a:lvl7pPr>
            <a:lvl8pPr marL="0" indent="0">
              <a:spcBef>
                <a:spcPts val="0"/>
              </a:spcBef>
              <a:spcAft>
                <a:spcPts val="0"/>
              </a:spcAft>
              <a:buFont typeface="Arial" panose="020B0604020202020204" pitchFamily="34" charset="0"/>
              <a:buNone/>
              <a:defRPr sz="1800" b="0">
                <a:solidFill>
                  <a:schemeClr val="bg1"/>
                </a:solidFill>
              </a:defRPr>
            </a:lvl8pPr>
            <a:lvl9pPr marL="0" indent="0">
              <a:spcBef>
                <a:spcPts val="0"/>
              </a:spcBef>
              <a:spcAft>
                <a:spcPts val="0"/>
              </a:spcAft>
              <a:buFont typeface="Arial" panose="020B0604020202020204" pitchFamily="34" charset="0"/>
              <a:buNone/>
              <a:defRPr sz="1800" b="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grpSp>
        <p:nvGrpSpPr>
          <p:cNvPr id="5" name="Grafik 5">
            <a:extLst>
              <a:ext uri="{FF2B5EF4-FFF2-40B4-BE49-F238E27FC236}">
                <a16:creationId xmlns:a16="http://schemas.microsoft.com/office/drawing/2014/main" id="{47EE26E2-9E8F-4D6D-A394-0D64BB8A43A3}"/>
              </a:ext>
            </a:extLst>
          </p:cNvPr>
          <p:cNvGrpSpPr/>
          <p:nvPr/>
        </p:nvGrpSpPr>
        <p:grpSpPr>
          <a:xfrm>
            <a:off x="-10800" y="0"/>
            <a:ext cx="12204000" cy="6864750"/>
            <a:chOff x="-10800" y="0"/>
            <a:chExt cx="12204000" cy="6864750"/>
          </a:xfrm>
        </p:grpSpPr>
        <p:sp>
          <p:nvSpPr>
            <p:cNvPr id="7" name="Freihandform: Form 6">
              <a:extLst>
                <a:ext uri="{FF2B5EF4-FFF2-40B4-BE49-F238E27FC236}">
                  <a16:creationId xmlns:a16="http://schemas.microsoft.com/office/drawing/2014/main" id="{361F9A3F-6061-43D1-9027-B7EED72C0656}"/>
                </a:ext>
              </a:extLst>
            </p:cNvPr>
            <p:cNvSpPr/>
            <p:nvPr/>
          </p:nvSpPr>
          <p:spPr>
            <a:xfrm>
              <a:off x="-9655" y="1395705"/>
              <a:ext cx="9377121" cy="3961596"/>
            </a:xfrm>
            <a:custGeom>
              <a:avLst/>
              <a:gdLst>
                <a:gd name="connsiteX0" fmla="*/ 0 w 9377121"/>
                <a:gd name="connsiteY0" fmla="*/ 0 h 3961596"/>
                <a:gd name="connsiteX1" fmla="*/ 0 w 9377121"/>
                <a:gd name="connsiteY1" fmla="*/ 3961597 h 3961596"/>
                <a:gd name="connsiteX2" fmla="*/ 7935270 w 9377121"/>
                <a:gd name="connsiteY2" fmla="*/ 3961597 h 3961596"/>
                <a:gd name="connsiteX3" fmla="*/ 9377121 w 9377121"/>
                <a:gd name="connsiteY3" fmla="*/ 0 h 3961596"/>
                <a:gd name="connsiteX4" fmla="*/ 0 w 9377121"/>
                <a:gd name="connsiteY4" fmla="*/ 0 h 3961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7121" h="3961596">
                  <a:moveTo>
                    <a:pt x="0" y="0"/>
                  </a:moveTo>
                  <a:lnTo>
                    <a:pt x="0" y="3961597"/>
                  </a:lnTo>
                  <a:lnTo>
                    <a:pt x="7935270" y="3961597"/>
                  </a:lnTo>
                  <a:lnTo>
                    <a:pt x="9377121" y="0"/>
                  </a:lnTo>
                  <a:lnTo>
                    <a:pt x="0" y="0"/>
                  </a:lnTo>
                  <a:close/>
                </a:path>
              </a:pathLst>
            </a:custGeom>
            <a:solidFill>
              <a:schemeClr val="accent3"/>
            </a:solidFill>
            <a:ln w="12710" cap="flat">
              <a:noFill/>
              <a:prstDash val="solid"/>
              <a:miter/>
            </a:ln>
          </p:spPr>
          <p:txBody>
            <a:bodyPr rtlCol="0" anchor="ctr"/>
            <a:lstStyle/>
            <a:p>
              <a:endParaRPr lang="de-DE"/>
            </a:p>
          </p:txBody>
        </p:sp>
        <p:sp>
          <p:nvSpPr>
            <p:cNvPr id="9" name="Freihandform: Form 8">
              <a:extLst>
                <a:ext uri="{FF2B5EF4-FFF2-40B4-BE49-F238E27FC236}">
                  <a16:creationId xmlns:a16="http://schemas.microsoft.com/office/drawing/2014/main" id="{88E27F58-32B3-4BC1-87AB-4C26C4CB9C95}"/>
                </a:ext>
              </a:extLst>
            </p:cNvPr>
            <p:cNvSpPr/>
            <p:nvPr/>
          </p:nvSpPr>
          <p:spPr>
            <a:xfrm>
              <a:off x="7703907" y="4054016"/>
              <a:ext cx="4491580" cy="2126038"/>
            </a:xfrm>
            <a:custGeom>
              <a:avLst/>
              <a:gdLst>
                <a:gd name="connsiteX0" fmla="*/ 4491581 w 4491580"/>
                <a:gd name="connsiteY0" fmla="*/ 0 h 2126038"/>
                <a:gd name="connsiteX1" fmla="*/ 773810 w 4491580"/>
                <a:gd name="connsiteY1" fmla="*/ 0 h 2126038"/>
                <a:gd name="connsiteX2" fmla="*/ 0 w 4491580"/>
                <a:gd name="connsiteY2" fmla="*/ 2126039 h 2126038"/>
                <a:gd name="connsiteX3" fmla="*/ 4490437 w 4491580"/>
                <a:gd name="connsiteY3" fmla="*/ 2126039 h 2126038"/>
                <a:gd name="connsiteX4" fmla="*/ 4491581 w 4491580"/>
                <a:gd name="connsiteY4" fmla="*/ 2123115 h 2126038"/>
                <a:gd name="connsiteX5" fmla="*/ 4491581 w 4491580"/>
                <a:gd name="connsiteY5" fmla="*/ 0 h 2126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91580" h="2126038">
                  <a:moveTo>
                    <a:pt x="4491581" y="0"/>
                  </a:moveTo>
                  <a:lnTo>
                    <a:pt x="773810" y="0"/>
                  </a:lnTo>
                  <a:lnTo>
                    <a:pt x="0" y="2126039"/>
                  </a:lnTo>
                  <a:lnTo>
                    <a:pt x="4490437" y="2126039"/>
                  </a:lnTo>
                  <a:lnTo>
                    <a:pt x="4491581" y="2123115"/>
                  </a:lnTo>
                  <a:lnTo>
                    <a:pt x="4491581" y="0"/>
                  </a:lnTo>
                  <a:close/>
                </a:path>
              </a:pathLst>
            </a:custGeom>
            <a:solidFill>
              <a:schemeClr val="accent2"/>
            </a:solidFill>
            <a:ln w="12710" cap="flat">
              <a:noFill/>
              <a:prstDash val="solid"/>
              <a:miter/>
            </a:ln>
          </p:spPr>
          <p:txBody>
            <a:bodyPr rtlCol="0" anchor="ctr"/>
            <a:lstStyle/>
            <a:p>
              <a:endParaRPr lang="de-DE"/>
            </a:p>
          </p:txBody>
        </p:sp>
      </p:grpSp>
    </p:spTree>
    <p:extLst>
      <p:ext uri="{BB962C8B-B14F-4D97-AF65-F5344CB8AC3E}">
        <p14:creationId xmlns:p14="http://schemas.microsoft.com/office/powerpoint/2010/main" val="30307008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0FFC-C54D-442F-AB61-6887B4C7B001}"/>
              </a:ext>
            </a:extLst>
          </p:cNvPr>
          <p:cNvSpPr>
            <a:spLocks noGrp="1"/>
          </p:cNvSpPr>
          <p:nvPr>
            <p:ph type="title"/>
          </p:nvPr>
        </p:nvSpPr>
        <p:spPr>
          <a:xfrm>
            <a:off x="551384" y="620792"/>
            <a:ext cx="9433048" cy="864000"/>
          </a:xfrm>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60D05920-C6D7-4D61-AB99-D69AA5A41BE1}"/>
              </a:ext>
            </a:extLst>
          </p:cNvPr>
          <p:cNvSpPr>
            <a:spLocks noGrp="1"/>
          </p:cNvSpPr>
          <p:nvPr>
            <p:ph idx="1"/>
          </p:nvPr>
        </p:nvSpPr>
        <p:spPr>
          <a:xfrm>
            <a:off x="551384" y="2060848"/>
            <a:ext cx="7920880" cy="3744000"/>
          </a:xfrm>
        </p:spPr>
        <p:txBody>
          <a:bodyPr tIns="54000"/>
          <a:lstStyle>
            <a:lvl1pPr marL="0" indent="0">
              <a:spcBef>
                <a:spcPts val="1200"/>
              </a:spcBef>
              <a:spcAft>
                <a:spcPts val="0"/>
              </a:spcAft>
              <a:buFont typeface="+mj-lt"/>
              <a:buNone/>
              <a:defRPr b="1">
                <a:solidFill>
                  <a:schemeClr val="bg1"/>
                </a:solidFill>
              </a:defRPr>
            </a:lvl1pPr>
            <a:lvl2pPr marL="0" indent="0">
              <a:spcBef>
                <a:spcPts val="0"/>
              </a:spcBef>
              <a:spcAft>
                <a:spcPts val="1200"/>
              </a:spcAft>
              <a:buFont typeface="+mj-lt"/>
              <a:buNone/>
              <a:defRPr b="0">
                <a:solidFill>
                  <a:schemeClr val="bg1"/>
                </a:solidFill>
              </a:defRPr>
            </a:lvl2pPr>
            <a:lvl3pPr marL="0" indent="0">
              <a:spcBef>
                <a:spcPts val="0"/>
              </a:spcBef>
              <a:spcAft>
                <a:spcPts val="0"/>
              </a:spcAft>
              <a:buFont typeface="+mj-lt"/>
              <a:buNone/>
              <a:defRPr b="0">
                <a:solidFill>
                  <a:schemeClr val="bg1"/>
                </a:solidFill>
              </a:defRPr>
            </a:lvl3pPr>
            <a:lvl4pPr marL="0" indent="0">
              <a:spcBef>
                <a:spcPts val="0"/>
              </a:spcBef>
              <a:spcAft>
                <a:spcPts val="0"/>
              </a:spcAft>
              <a:buFont typeface="+mj-lt"/>
              <a:buNone/>
              <a:defRPr b="0">
                <a:solidFill>
                  <a:schemeClr val="bg1"/>
                </a:solidFill>
              </a:defRPr>
            </a:lvl4pPr>
            <a:lvl5pPr marL="0" indent="0">
              <a:spcBef>
                <a:spcPts val="0"/>
              </a:spcBef>
              <a:spcAft>
                <a:spcPts val="0"/>
              </a:spcAft>
              <a:buFont typeface="+mj-lt"/>
              <a:buNone/>
              <a:defRPr b="0">
                <a:solidFill>
                  <a:schemeClr val="bg1"/>
                </a:solidFill>
              </a:defRPr>
            </a:lvl5pPr>
            <a:lvl6pPr marL="0" indent="0">
              <a:spcBef>
                <a:spcPts val="0"/>
              </a:spcBef>
              <a:spcAft>
                <a:spcPts val="0"/>
              </a:spcAft>
              <a:buFont typeface="+mj-lt"/>
              <a:buNone/>
              <a:defRPr b="0">
                <a:solidFill>
                  <a:schemeClr val="bg1"/>
                </a:solidFill>
              </a:defRPr>
            </a:lvl6pPr>
            <a:lvl7pPr marL="0" indent="0">
              <a:spcBef>
                <a:spcPts val="0"/>
              </a:spcBef>
              <a:spcAft>
                <a:spcPts val="0"/>
              </a:spcAft>
              <a:buFont typeface="+mj-lt"/>
              <a:buNone/>
              <a:defRPr b="0">
                <a:solidFill>
                  <a:schemeClr val="bg1"/>
                </a:solidFill>
              </a:defRPr>
            </a:lvl7pPr>
            <a:lvl8pPr marL="0" indent="0">
              <a:spcBef>
                <a:spcPts val="0"/>
              </a:spcBef>
              <a:spcAft>
                <a:spcPts val="0"/>
              </a:spcAft>
              <a:buFont typeface="+mj-lt"/>
              <a:buNone/>
              <a:defRPr b="0">
                <a:solidFill>
                  <a:schemeClr val="bg1"/>
                </a:solidFill>
              </a:defRPr>
            </a:lvl8pPr>
            <a:lvl9pPr marL="0" indent="0">
              <a:spcBef>
                <a:spcPts val="0"/>
              </a:spcBef>
              <a:spcAft>
                <a:spcPts val="0"/>
              </a:spcAft>
              <a:buFont typeface="+mj-lt"/>
              <a:buNone/>
              <a:defRPr b="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Datumsplatzhalter 3">
            <a:extLst>
              <a:ext uri="{FF2B5EF4-FFF2-40B4-BE49-F238E27FC236}">
                <a16:creationId xmlns:a16="http://schemas.microsoft.com/office/drawing/2014/main" id="{1E9413C9-41C0-4118-88C9-422A5DE23C54}"/>
              </a:ext>
            </a:extLst>
          </p:cNvPr>
          <p:cNvSpPr>
            <a:spLocks noGrp="1"/>
          </p:cNvSpPr>
          <p:nvPr>
            <p:ph type="dt" sz="half" idx="10"/>
          </p:nvPr>
        </p:nvSpPr>
        <p:spPr/>
        <p:txBody>
          <a:bodyPr/>
          <a:lstStyle/>
          <a:p>
            <a:fld id="{27695F83-D1A7-474A-9018-D90436E0FA92}" type="datetime4">
              <a:rPr lang="de-DE" smtClean="0"/>
              <a:t>19. November 2025</a:t>
            </a:fld>
            <a:endParaRPr lang="de-DE"/>
          </a:p>
        </p:txBody>
      </p:sp>
      <p:sp>
        <p:nvSpPr>
          <p:cNvPr id="5" name="Fußzeilenplatzhalter 4">
            <a:extLst>
              <a:ext uri="{FF2B5EF4-FFF2-40B4-BE49-F238E27FC236}">
                <a16:creationId xmlns:a16="http://schemas.microsoft.com/office/drawing/2014/main" id="{889B284C-D04C-476B-8F04-2A7AF1C95FB0}"/>
              </a:ext>
            </a:extLst>
          </p:cNvPr>
          <p:cNvSpPr>
            <a:spLocks noGrp="1"/>
          </p:cNvSpPr>
          <p:nvPr>
            <p:ph type="ftr" sz="quarter" idx="11"/>
          </p:nvPr>
        </p:nvSpPr>
        <p:spPr/>
        <p:txBody>
          <a:bodyPr/>
          <a:lstStyle/>
          <a:p>
            <a:r>
              <a:rPr lang="de-DE"/>
              <a:t>Titel der Präsentation</a:t>
            </a:r>
          </a:p>
        </p:txBody>
      </p:sp>
      <p:sp>
        <p:nvSpPr>
          <p:cNvPr id="6" name="Foliennummernplatzhalter 5">
            <a:extLst>
              <a:ext uri="{FF2B5EF4-FFF2-40B4-BE49-F238E27FC236}">
                <a16:creationId xmlns:a16="http://schemas.microsoft.com/office/drawing/2014/main" id="{C0CF60C3-89CB-46E0-AF81-A3E502C60B4F}"/>
              </a:ext>
            </a:extLst>
          </p:cNvPr>
          <p:cNvSpPr>
            <a:spLocks noGrp="1"/>
          </p:cNvSpPr>
          <p:nvPr>
            <p:ph type="sldNum" sz="quarter" idx="12"/>
          </p:nvPr>
        </p:nvSpPr>
        <p:spPr/>
        <p:txBody>
          <a:bodyPr/>
          <a:lstStyle/>
          <a:p>
            <a:fld id="{2155E1C8-C15B-4C47-AD9F-B8F50D129449}" type="slidenum">
              <a:rPr lang="de-DE" smtClean="0"/>
              <a:t>‹#›</a:t>
            </a:fld>
            <a:endParaRPr lang="de-DE"/>
          </a:p>
        </p:txBody>
      </p:sp>
      <p:grpSp>
        <p:nvGrpSpPr>
          <p:cNvPr id="7" name="Grafik 10">
            <a:extLst>
              <a:ext uri="{FF2B5EF4-FFF2-40B4-BE49-F238E27FC236}">
                <a16:creationId xmlns:a16="http://schemas.microsoft.com/office/drawing/2014/main" id="{9AF945A4-F1CC-41C6-A8D4-493FBAE3DBEE}"/>
              </a:ext>
            </a:extLst>
          </p:cNvPr>
          <p:cNvGrpSpPr/>
          <p:nvPr/>
        </p:nvGrpSpPr>
        <p:grpSpPr>
          <a:xfrm>
            <a:off x="-10800" y="0"/>
            <a:ext cx="12204000" cy="6864750"/>
            <a:chOff x="-10800" y="0"/>
            <a:chExt cx="12204000" cy="6864750"/>
          </a:xfrm>
        </p:grpSpPr>
        <p:sp>
          <p:nvSpPr>
            <p:cNvPr id="8" name="Freihandform: Form 7">
              <a:extLst>
                <a:ext uri="{FF2B5EF4-FFF2-40B4-BE49-F238E27FC236}">
                  <a16:creationId xmlns:a16="http://schemas.microsoft.com/office/drawing/2014/main" id="{DC4DB6EB-9D08-4E6D-B5CC-9F4DF03A8B14}"/>
                </a:ext>
              </a:extLst>
            </p:cNvPr>
            <p:cNvSpPr/>
            <p:nvPr/>
          </p:nvSpPr>
          <p:spPr>
            <a:xfrm>
              <a:off x="-9655" y="1801742"/>
              <a:ext cx="10164787" cy="4378312"/>
            </a:xfrm>
            <a:custGeom>
              <a:avLst/>
              <a:gdLst>
                <a:gd name="connsiteX0" fmla="*/ 127 w 10164787"/>
                <a:gd name="connsiteY0" fmla="*/ 0 h 4378312"/>
                <a:gd name="connsiteX1" fmla="*/ 0 w 10164787"/>
                <a:gd name="connsiteY1" fmla="*/ 636 h 4378312"/>
                <a:gd name="connsiteX2" fmla="*/ 0 w 10164787"/>
                <a:gd name="connsiteY2" fmla="*/ 4378313 h 4378312"/>
                <a:gd name="connsiteX3" fmla="*/ 8571276 w 10164787"/>
                <a:gd name="connsiteY3" fmla="*/ 4378313 h 4378312"/>
                <a:gd name="connsiteX4" fmla="*/ 10164788 w 10164787"/>
                <a:gd name="connsiteY4" fmla="*/ 0 h 4378312"/>
                <a:gd name="connsiteX5" fmla="*/ 127 w 10164787"/>
                <a:gd name="connsiteY5" fmla="*/ 0 h 437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64787" h="4378312">
                  <a:moveTo>
                    <a:pt x="127" y="0"/>
                  </a:moveTo>
                  <a:lnTo>
                    <a:pt x="0" y="636"/>
                  </a:lnTo>
                  <a:lnTo>
                    <a:pt x="0" y="4378313"/>
                  </a:lnTo>
                  <a:lnTo>
                    <a:pt x="8571276" y="4378313"/>
                  </a:lnTo>
                  <a:lnTo>
                    <a:pt x="10164788" y="0"/>
                  </a:lnTo>
                  <a:lnTo>
                    <a:pt x="127" y="0"/>
                  </a:lnTo>
                  <a:close/>
                </a:path>
              </a:pathLst>
            </a:custGeom>
            <a:solidFill>
              <a:schemeClr val="accent3"/>
            </a:solidFill>
            <a:ln w="12710" cap="flat">
              <a:noFill/>
              <a:prstDash val="solid"/>
              <a:miter/>
            </a:ln>
          </p:spPr>
          <p:txBody>
            <a:bodyPr rtlCol="0" anchor="ctr"/>
            <a:lstStyle/>
            <a:p>
              <a:endParaRPr lang="de-DE"/>
            </a:p>
          </p:txBody>
        </p:sp>
        <p:sp>
          <p:nvSpPr>
            <p:cNvPr id="9" name="Freihandform: Form 8">
              <a:extLst>
                <a:ext uri="{FF2B5EF4-FFF2-40B4-BE49-F238E27FC236}">
                  <a16:creationId xmlns:a16="http://schemas.microsoft.com/office/drawing/2014/main" id="{F2E51056-6BED-4D16-946A-76935F583158}"/>
                </a:ext>
              </a:extLst>
            </p:cNvPr>
            <p:cNvSpPr/>
            <p:nvPr/>
          </p:nvSpPr>
          <p:spPr>
            <a:xfrm>
              <a:off x="8824260" y="1293878"/>
              <a:ext cx="3371227" cy="4377168"/>
            </a:xfrm>
            <a:custGeom>
              <a:avLst/>
              <a:gdLst>
                <a:gd name="connsiteX0" fmla="*/ 3371228 w 3371227"/>
                <a:gd name="connsiteY0" fmla="*/ 0 h 4377168"/>
                <a:gd name="connsiteX1" fmla="*/ 1593131 w 3371227"/>
                <a:gd name="connsiteY1" fmla="*/ 0 h 4377168"/>
                <a:gd name="connsiteX2" fmla="*/ 0 w 3371227"/>
                <a:gd name="connsiteY2" fmla="*/ 4377168 h 4377168"/>
                <a:gd name="connsiteX3" fmla="*/ 3370338 w 3371227"/>
                <a:gd name="connsiteY3" fmla="*/ 4377168 h 4377168"/>
                <a:gd name="connsiteX4" fmla="*/ 3371228 w 3371227"/>
                <a:gd name="connsiteY4" fmla="*/ 4374753 h 4377168"/>
                <a:gd name="connsiteX5" fmla="*/ 3371228 w 3371227"/>
                <a:gd name="connsiteY5" fmla="*/ 0 h 437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1227" h="4377168">
                  <a:moveTo>
                    <a:pt x="3371228" y="0"/>
                  </a:moveTo>
                  <a:lnTo>
                    <a:pt x="1593131" y="0"/>
                  </a:lnTo>
                  <a:lnTo>
                    <a:pt x="0" y="4377168"/>
                  </a:lnTo>
                  <a:lnTo>
                    <a:pt x="3370338" y="4377168"/>
                  </a:lnTo>
                  <a:lnTo>
                    <a:pt x="3371228" y="4374753"/>
                  </a:lnTo>
                  <a:lnTo>
                    <a:pt x="3371228" y="0"/>
                  </a:lnTo>
                  <a:close/>
                </a:path>
              </a:pathLst>
            </a:custGeom>
            <a:solidFill>
              <a:schemeClr val="accent2"/>
            </a:solidFill>
            <a:ln w="12710" cap="flat">
              <a:noFill/>
              <a:prstDash val="solid"/>
              <a:miter/>
            </a:ln>
          </p:spPr>
          <p:txBody>
            <a:bodyPr rtlCol="0" anchor="ctr"/>
            <a:lstStyle/>
            <a:p>
              <a:endParaRPr lang="de-DE"/>
            </a:p>
          </p:txBody>
        </p:sp>
      </p:grpSp>
    </p:spTree>
    <p:extLst>
      <p:ext uri="{BB962C8B-B14F-4D97-AF65-F5344CB8AC3E}">
        <p14:creationId xmlns:p14="http://schemas.microsoft.com/office/powerpoint/2010/main" val="2987356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Abschluss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0FFC-C54D-442F-AB61-6887B4C7B001}"/>
              </a:ext>
            </a:extLst>
          </p:cNvPr>
          <p:cNvSpPr>
            <a:spLocks noGrp="1"/>
          </p:cNvSpPr>
          <p:nvPr>
            <p:ph type="title"/>
          </p:nvPr>
        </p:nvSpPr>
        <p:spPr>
          <a:xfrm>
            <a:off x="551384" y="620792"/>
            <a:ext cx="9433048" cy="864000"/>
          </a:xfrm>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60D05920-C6D7-4D61-AB99-D69AA5A41BE1}"/>
              </a:ext>
            </a:extLst>
          </p:cNvPr>
          <p:cNvSpPr>
            <a:spLocks noGrp="1"/>
          </p:cNvSpPr>
          <p:nvPr>
            <p:ph idx="1"/>
          </p:nvPr>
        </p:nvSpPr>
        <p:spPr>
          <a:xfrm>
            <a:off x="551384" y="2853352"/>
            <a:ext cx="3744416" cy="3023920"/>
          </a:xfrm>
        </p:spPr>
        <p:txBody>
          <a:bodyPr tIns="7200"/>
          <a:lstStyle>
            <a:lvl1pPr marL="0" indent="0">
              <a:spcBef>
                <a:spcPts val="1200"/>
              </a:spcBef>
              <a:spcAft>
                <a:spcPts val="0"/>
              </a:spcAft>
              <a:buFont typeface="+mj-lt"/>
              <a:buNone/>
              <a:defRPr b="1">
                <a:solidFill>
                  <a:schemeClr val="bg1"/>
                </a:solidFill>
              </a:defRPr>
            </a:lvl1pPr>
            <a:lvl2pPr marL="0" indent="0">
              <a:spcBef>
                <a:spcPts val="0"/>
              </a:spcBef>
              <a:spcAft>
                <a:spcPts val="1200"/>
              </a:spcAft>
              <a:buFont typeface="+mj-lt"/>
              <a:buNone/>
              <a:defRPr b="0">
                <a:solidFill>
                  <a:schemeClr val="bg1"/>
                </a:solidFill>
              </a:defRPr>
            </a:lvl2pPr>
            <a:lvl3pPr marL="0" indent="0">
              <a:spcBef>
                <a:spcPts val="0"/>
              </a:spcBef>
              <a:spcAft>
                <a:spcPts val="0"/>
              </a:spcAft>
              <a:buFont typeface="+mj-lt"/>
              <a:buNone/>
              <a:defRPr b="0">
                <a:solidFill>
                  <a:schemeClr val="bg1"/>
                </a:solidFill>
              </a:defRPr>
            </a:lvl3pPr>
            <a:lvl4pPr marL="0" indent="0">
              <a:spcBef>
                <a:spcPts val="0"/>
              </a:spcBef>
              <a:spcAft>
                <a:spcPts val="0"/>
              </a:spcAft>
              <a:buFont typeface="+mj-lt"/>
              <a:buNone/>
              <a:defRPr b="0">
                <a:solidFill>
                  <a:schemeClr val="bg1"/>
                </a:solidFill>
              </a:defRPr>
            </a:lvl4pPr>
            <a:lvl5pPr marL="0" indent="0">
              <a:spcBef>
                <a:spcPts val="0"/>
              </a:spcBef>
              <a:spcAft>
                <a:spcPts val="0"/>
              </a:spcAft>
              <a:buFont typeface="+mj-lt"/>
              <a:buNone/>
              <a:defRPr b="0">
                <a:solidFill>
                  <a:schemeClr val="bg1"/>
                </a:solidFill>
              </a:defRPr>
            </a:lvl5pPr>
            <a:lvl6pPr marL="0" indent="0">
              <a:spcBef>
                <a:spcPts val="0"/>
              </a:spcBef>
              <a:spcAft>
                <a:spcPts val="0"/>
              </a:spcAft>
              <a:buFont typeface="+mj-lt"/>
              <a:buNone/>
              <a:defRPr b="0">
                <a:solidFill>
                  <a:schemeClr val="bg1"/>
                </a:solidFill>
              </a:defRPr>
            </a:lvl6pPr>
            <a:lvl7pPr marL="0" indent="0">
              <a:spcBef>
                <a:spcPts val="0"/>
              </a:spcBef>
              <a:spcAft>
                <a:spcPts val="0"/>
              </a:spcAft>
              <a:buFont typeface="+mj-lt"/>
              <a:buNone/>
              <a:defRPr b="0">
                <a:solidFill>
                  <a:schemeClr val="bg1"/>
                </a:solidFill>
              </a:defRPr>
            </a:lvl7pPr>
            <a:lvl8pPr marL="0" indent="0">
              <a:spcBef>
                <a:spcPts val="0"/>
              </a:spcBef>
              <a:spcAft>
                <a:spcPts val="0"/>
              </a:spcAft>
              <a:buFont typeface="+mj-lt"/>
              <a:buNone/>
              <a:defRPr b="0">
                <a:solidFill>
                  <a:schemeClr val="bg1"/>
                </a:solidFill>
              </a:defRPr>
            </a:lvl8pPr>
            <a:lvl9pPr marL="0" indent="0">
              <a:spcBef>
                <a:spcPts val="0"/>
              </a:spcBef>
              <a:spcAft>
                <a:spcPts val="0"/>
              </a:spcAft>
              <a:buFont typeface="+mj-lt"/>
              <a:buNone/>
              <a:defRPr b="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Datumsplatzhalter 3">
            <a:extLst>
              <a:ext uri="{FF2B5EF4-FFF2-40B4-BE49-F238E27FC236}">
                <a16:creationId xmlns:a16="http://schemas.microsoft.com/office/drawing/2014/main" id="{1E9413C9-41C0-4118-88C9-422A5DE23C54}"/>
              </a:ext>
            </a:extLst>
          </p:cNvPr>
          <p:cNvSpPr>
            <a:spLocks noGrp="1"/>
          </p:cNvSpPr>
          <p:nvPr>
            <p:ph type="dt" sz="half" idx="10"/>
          </p:nvPr>
        </p:nvSpPr>
        <p:spPr/>
        <p:txBody>
          <a:bodyPr/>
          <a:lstStyle/>
          <a:p>
            <a:fld id="{27695F83-D1A7-474A-9018-D90436E0FA92}" type="datetime4">
              <a:rPr lang="de-DE" smtClean="0"/>
              <a:t>19. November 2025</a:t>
            </a:fld>
            <a:endParaRPr lang="de-DE"/>
          </a:p>
        </p:txBody>
      </p:sp>
      <p:sp>
        <p:nvSpPr>
          <p:cNvPr id="5" name="Fußzeilenplatzhalter 4">
            <a:extLst>
              <a:ext uri="{FF2B5EF4-FFF2-40B4-BE49-F238E27FC236}">
                <a16:creationId xmlns:a16="http://schemas.microsoft.com/office/drawing/2014/main" id="{889B284C-D04C-476B-8F04-2A7AF1C95FB0}"/>
              </a:ext>
            </a:extLst>
          </p:cNvPr>
          <p:cNvSpPr>
            <a:spLocks noGrp="1"/>
          </p:cNvSpPr>
          <p:nvPr>
            <p:ph type="ftr" sz="quarter" idx="11"/>
          </p:nvPr>
        </p:nvSpPr>
        <p:spPr/>
        <p:txBody>
          <a:bodyPr/>
          <a:lstStyle/>
          <a:p>
            <a:r>
              <a:rPr lang="de-DE"/>
              <a:t>Titel der Präsentation</a:t>
            </a:r>
          </a:p>
        </p:txBody>
      </p:sp>
      <p:sp>
        <p:nvSpPr>
          <p:cNvPr id="6" name="Foliennummernplatzhalter 5">
            <a:extLst>
              <a:ext uri="{FF2B5EF4-FFF2-40B4-BE49-F238E27FC236}">
                <a16:creationId xmlns:a16="http://schemas.microsoft.com/office/drawing/2014/main" id="{C0CF60C3-89CB-46E0-AF81-A3E502C60B4F}"/>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10" name="Bildplatzhalter 5">
            <a:extLst>
              <a:ext uri="{FF2B5EF4-FFF2-40B4-BE49-F238E27FC236}">
                <a16:creationId xmlns:a16="http://schemas.microsoft.com/office/drawing/2014/main" id="{8FE7F748-7950-4987-9EF6-727D3F7657D9}"/>
              </a:ext>
            </a:extLst>
          </p:cNvPr>
          <p:cNvSpPr>
            <a:spLocks noGrp="1"/>
          </p:cNvSpPr>
          <p:nvPr>
            <p:ph type="pic" sz="quarter" idx="13"/>
          </p:nvPr>
        </p:nvSpPr>
        <p:spPr>
          <a:xfrm>
            <a:off x="4583832" y="0"/>
            <a:ext cx="7608168" cy="5651821"/>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2000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9991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1 h 10000"/>
              <a:gd name="connsiteX1" fmla="*/ 3481 w 10000"/>
              <a:gd name="connsiteY1" fmla="*/ 19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7 h 10006"/>
              <a:gd name="connsiteX1" fmla="*/ 2388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 name="connsiteX0" fmla="*/ 0 w 10000"/>
              <a:gd name="connsiteY0" fmla="*/ 9997 h 10006"/>
              <a:gd name="connsiteX1" fmla="*/ 3222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 name="connsiteX0" fmla="*/ 0 w 10000"/>
              <a:gd name="connsiteY0" fmla="*/ 9997 h 10006"/>
              <a:gd name="connsiteX1" fmla="*/ 2812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 name="connsiteX0" fmla="*/ 0 w 10000"/>
              <a:gd name="connsiteY0" fmla="*/ 9984 h 10006"/>
              <a:gd name="connsiteX1" fmla="*/ 2812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84 h 10006"/>
              <a:gd name="connsiteX0" fmla="*/ 0 w 10000"/>
              <a:gd name="connsiteY0" fmla="*/ 9984 h 10006"/>
              <a:gd name="connsiteX1" fmla="*/ 2690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84 h 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6">
                <a:moveTo>
                  <a:pt x="0" y="9984"/>
                </a:moveTo>
                <a:lnTo>
                  <a:pt x="2690" y="0"/>
                </a:lnTo>
                <a:lnTo>
                  <a:pt x="10000" y="6"/>
                </a:lnTo>
                <a:lnTo>
                  <a:pt x="10000" y="10006"/>
                </a:lnTo>
                <a:lnTo>
                  <a:pt x="0" y="10006"/>
                </a:lnTo>
                <a:lnTo>
                  <a:pt x="0" y="9984"/>
                </a:lnTo>
                <a:close/>
              </a:path>
            </a:pathLst>
          </a:custGeom>
        </p:spPr>
        <p:txBody>
          <a:bodyPr/>
          <a:lstStyle/>
          <a:p>
            <a:r>
              <a:rPr lang="de-DE"/>
              <a:t>Bild durch Klicken auf Symbol hinzufügen</a:t>
            </a:r>
            <a:endParaRPr lang="de-DE" dirty="0"/>
          </a:p>
        </p:txBody>
      </p:sp>
      <p:sp>
        <p:nvSpPr>
          <p:cNvPr id="14" name="Freihandform: Form 13">
            <a:extLst>
              <a:ext uri="{FF2B5EF4-FFF2-40B4-BE49-F238E27FC236}">
                <a16:creationId xmlns:a16="http://schemas.microsoft.com/office/drawing/2014/main" id="{329726A9-AE85-476A-AB5A-77255B9A733A}"/>
              </a:ext>
            </a:extLst>
          </p:cNvPr>
          <p:cNvSpPr/>
          <p:nvPr/>
        </p:nvSpPr>
        <p:spPr>
          <a:xfrm>
            <a:off x="1143" y="2528951"/>
            <a:ext cx="5632196" cy="3645027"/>
          </a:xfrm>
          <a:custGeom>
            <a:avLst/>
            <a:gdLst>
              <a:gd name="connsiteX0" fmla="*/ 0 w 5632196"/>
              <a:gd name="connsiteY0" fmla="*/ 0 h 3645027"/>
              <a:gd name="connsiteX1" fmla="*/ 0 w 5632196"/>
              <a:gd name="connsiteY1" fmla="*/ 3645027 h 3645027"/>
              <a:gd name="connsiteX2" fmla="*/ 4305554 w 5632196"/>
              <a:gd name="connsiteY2" fmla="*/ 3645027 h 3645027"/>
              <a:gd name="connsiteX3" fmla="*/ 5632196 w 5632196"/>
              <a:gd name="connsiteY3" fmla="*/ 0 h 3645027"/>
              <a:gd name="connsiteX4" fmla="*/ 0 w 5632196"/>
              <a:gd name="connsiteY4" fmla="*/ 0 h 364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196" h="3645027">
                <a:moveTo>
                  <a:pt x="0" y="0"/>
                </a:moveTo>
                <a:lnTo>
                  <a:pt x="0" y="3645027"/>
                </a:lnTo>
                <a:lnTo>
                  <a:pt x="4305554" y="3645027"/>
                </a:lnTo>
                <a:lnTo>
                  <a:pt x="5632196" y="0"/>
                </a:lnTo>
                <a:lnTo>
                  <a:pt x="0" y="0"/>
                </a:lnTo>
                <a:close/>
              </a:path>
            </a:pathLst>
          </a:custGeom>
          <a:solidFill>
            <a:schemeClr val="accent2"/>
          </a:solidFill>
          <a:ln w="12700" cap="flat">
            <a:noFill/>
            <a:prstDash val="solid"/>
            <a:miter/>
          </a:ln>
        </p:spPr>
        <p:txBody>
          <a:bodyPr rtlCol="0" anchor="ctr"/>
          <a:lstStyle/>
          <a:p>
            <a:endParaRPr lang="de-DE"/>
          </a:p>
        </p:txBody>
      </p:sp>
    </p:spTree>
    <p:extLst>
      <p:ext uri="{BB962C8B-B14F-4D97-AF65-F5344CB8AC3E}">
        <p14:creationId xmlns:p14="http://schemas.microsoft.com/office/powerpoint/2010/main" val="29957438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0C7EA7-5CC8-4E10-B557-D6243924E131}"/>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5B015681-8B15-444E-8FBD-5D48B1444C75}"/>
              </a:ext>
            </a:extLst>
          </p:cNvPr>
          <p:cNvSpPr>
            <a:spLocks noGrp="1"/>
          </p:cNvSpPr>
          <p:nvPr>
            <p:ph type="dt" sz="half" idx="10"/>
          </p:nvPr>
        </p:nvSpPr>
        <p:spPr/>
        <p:txBody>
          <a:bodyPr/>
          <a:lstStyle/>
          <a:p>
            <a:fld id="{36607B40-3C74-480B-90C9-9BBE76BDA837}" type="datetime4">
              <a:rPr lang="de-DE" smtClean="0"/>
              <a:t>19. November 2025</a:t>
            </a:fld>
            <a:endParaRPr lang="de-DE"/>
          </a:p>
        </p:txBody>
      </p:sp>
      <p:sp>
        <p:nvSpPr>
          <p:cNvPr id="4" name="Fußzeilenplatzhalter 3">
            <a:extLst>
              <a:ext uri="{FF2B5EF4-FFF2-40B4-BE49-F238E27FC236}">
                <a16:creationId xmlns:a16="http://schemas.microsoft.com/office/drawing/2014/main" id="{4574EA10-3C2E-45A0-9051-AEEA7F65E10B}"/>
              </a:ext>
            </a:extLst>
          </p:cNvPr>
          <p:cNvSpPr>
            <a:spLocks noGrp="1"/>
          </p:cNvSpPr>
          <p:nvPr>
            <p:ph type="ftr" sz="quarter" idx="11"/>
          </p:nvPr>
        </p:nvSpPr>
        <p:spPr/>
        <p:txBody>
          <a:bodyPr/>
          <a:lstStyle/>
          <a:p>
            <a:r>
              <a:rPr lang="de-DE"/>
              <a:t>Titel der Präsentation</a:t>
            </a:r>
          </a:p>
        </p:txBody>
      </p:sp>
      <p:sp>
        <p:nvSpPr>
          <p:cNvPr id="5" name="Foliennummernplatzhalter 4">
            <a:extLst>
              <a:ext uri="{FF2B5EF4-FFF2-40B4-BE49-F238E27FC236}">
                <a16:creationId xmlns:a16="http://schemas.microsoft.com/office/drawing/2014/main" id="{080D9340-224D-48C1-91F4-2FAD2D100C14}"/>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8" name="Textplatzhalter 8">
            <a:extLst>
              <a:ext uri="{FF2B5EF4-FFF2-40B4-BE49-F238E27FC236}">
                <a16:creationId xmlns:a16="http://schemas.microsoft.com/office/drawing/2014/main" id="{2F169917-966A-40BB-8B02-BEC2BE20AB98}"/>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a:t>
            </a:r>
          </a:p>
        </p:txBody>
      </p:sp>
    </p:spTree>
    <p:extLst>
      <p:ext uri="{BB962C8B-B14F-4D97-AF65-F5344CB8AC3E}">
        <p14:creationId xmlns:p14="http://schemas.microsoft.com/office/powerpoint/2010/main" val="7693482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C3A63FC-01BB-44FF-81CB-C1C6E59D9984}"/>
              </a:ext>
            </a:extLst>
          </p:cNvPr>
          <p:cNvSpPr>
            <a:spLocks noGrp="1"/>
          </p:cNvSpPr>
          <p:nvPr>
            <p:ph type="dt" sz="half" idx="10"/>
          </p:nvPr>
        </p:nvSpPr>
        <p:spPr/>
        <p:txBody>
          <a:bodyPr/>
          <a:lstStyle/>
          <a:p>
            <a:fld id="{3E4F9076-0E2C-4C6D-AF26-FF2A3EBF853E}" type="datetime4">
              <a:rPr lang="de-DE" smtClean="0"/>
              <a:t>19. November 2025</a:t>
            </a:fld>
            <a:endParaRPr lang="de-DE"/>
          </a:p>
        </p:txBody>
      </p:sp>
      <p:sp>
        <p:nvSpPr>
          <p:cNvPr id="3" name="Fußzeilenplatzhalter 2">
            <a:extLst>
              <a:ext uri="{FF2B5EF4-FFF2-40B4-BE49-F238E27FC236}">
                <a16:creationId xmlns:a16="http://schemas.microsoft.com/office/drawing/2014/main" id="{25A5442C-D8D3-4CE0-870C-23E76162781D}"/>
              </a:ext>
            </a:extLst>
          </p:cNvPr>
          <p:cNvSpPr>
            <a:spLocks noGrp="1"/>
          </p:cNvSpPr>
          <p:nvPr>
            <p:ph type="ftr" sz="quarter" idx="11"/>
          </p:nvPr>
        </p:nvSpPr>
        <p:spPr/>
        <p:txBody>
          <a:bodyPr/>
          <a:lstStyle/>
          <a:p>
            <a:r>
              <a:rPr lang="de-DE"/>
              <a:t>Titel der Präsentation</a:t>
            </a:r>
          </a:p>
        </p:txBody>
      </p:sp>
      <p:sp>
        <p:nvSpPr>
          <p:cNvPr id="4" name="Foliennummernplatzhalter 3">
            <a:extLst>
              <a:ext uri="{FF2B5EF4-FFF2-40B4-BE49-F238E27FC236}">
                <a16:creationId xmlns:a16="http://schemas.microsoft.com/office/drawing/2014/main" id="{4D25AB6A-169A-480A-BA25-ADA2A812AE22}"/>
              </a:ext>
            </a:extLst>
          </p:cNvPr>
          <p:cNvSpPr>
            <a:spLocks noGrp="1"/>
          </p:cNvSpPr>
          <p:nvPr>
            <p:ph type="sldNum" sz="quarter" idx="12"/>
          </p:nvPr>
        </p:nvSpPr>
        <p:spPr/>
        <p:txBody>
          <a:bodyPr/>
          <a:lstStyle/>
          <a:p>
            <a:fld id="{2155E1C8-C15B-4C47-AD9F-B8F50D129449}" type="slidenum">
              <a:rPr lang="de-DE" smtClean="0"/>
              <a:t>‹#›</a:t>
            </a:fld>
            <a:endParaRPr lang="de-DE"/>
          </a:p>
        </p:txBody>
      </p:sp>
    </p:spTree>
    <p:extLst>
      <p:ext uri="{BB962C8B-B14F-4D97-AF65-F5344CB8AC3E}">
        <p14:creationId xmlns:p14="http://schemas.microsoft.com/office/powerpoint/2010/main" val="268572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DCCBDE3-A89C-4F87-BA54-A803CF585823}"/>
              </a:ext>
            </a:extLst>
          </p:cNvPr>
          <p:cNvSpPr>
            <a:spLocks noGrp="1"/>
          </p:cNvSpPr>
          <p:nvPr>
            <p:ph type="title"/>
          </p:nvPr>
        </p:nvSpPr>
        <p:spPr>
          <a:xfrm>
            <a:off x="551384" y="620792"/>
            <a:ext cx="11088000" cy="864000"/>
          </a:xfrm>
          <a:prstGeom prst="rect">
            <a:avLst/>
          </a:prstGeom>
        </p:spPr>
        <p:txBody>
          <a:bodyPr vert="horz" lIns="0" tIns="0" rIns="0" bIns="0" rtlCol="0" anchor="t" anchorCtr="0">
            <a:noAutofit/>
          </a:bodyPr>
          <a:lstStyle/>
          <a:p>
            <a:r>
              <a:rPr lang="de-DE" dirty="0"/>
              <a:t>Mastertitelformat bearbeiten</a:t>
            </a:r>
          </a:p>
        </p:txBody>
      </p:sp>
      <p:sp>
        <p:nvSpPr>
          <p:cNvPr id="3" name="Textplatzhalter 2">
            <a:extLst>
              <a:ext uri="{FF2B5EF4-FFF2-40B4-BE49-F238E27FC236}">
                <a16:creationId xmlns:a16="http://schemas.microsoft.com/office/drawing/2014/main" id="{02ED3204-B3CD-4DC4-9A86-021666AC93E5}"/>
              </a:ext>
            </a:extLst>
          </p:cNvPr>
          <p:cNvSpPr>
            <a:spLocks noGrp="1"/>
          </p:cNvSpPr>
          <p:nvPr>
            <p:ph type="body" idx="1"/>
          </p:nvPr>
        </p:nvSpPr>
        <p:spPr>
          <a:xfrm>
            <a:off x="551384" y="1701296"/>
            <a:ext cx="11088000" cy="4464000"/>
          </a:xfrm>
          <a:prstGeom prst="rect">
            <a:avLst/>
          </a:prstGeom>
        </p:spPr>
        <p:txBody>
          <a:bodyPr vert="horz" lIns="0" tIns="1800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6</a:t>
            </a:r>
          </a:p>
          <a:p>
            <a:pPr lvl="6"/>
            <a:r>
              <a:rPr lang="de-DE" dirty="0"/>
              <a:t>7</a:t>
            </a:r>
          </a:p>
          <a:p>
            <a:pPr lvl="7"/>
            <a:r>
              <a:rPr lang="de-DE" dirty="0"/>
              <a:t>8</a:t>
            </a:r>
          </a:p>
          <a:p>
            <a:pPr lvl="8"/>
            <a:r>
              <a:rPr lang="de-DE" dirty="0"/>
              <a:t>9</a:t>
            </a:r>
          </a:p>
        </p:txBody>
      </p:sp>
      <p:sp>
        <p:nvSpPr>
          <p:cNvPr id="4" name="Datumsplatzhalter 3">
            <a:extLst>
              <a:ext uri="{FF2B5EF4-FFF2-40B4-BE49-F238E27FC236}">
                <a16:creationId xmlns:a16="http://schemas.microsoft.com/office/drawing/2014/main" id="{FD4BC9EF-308F-413B-81E6-364977B5272A}"/>
              </a:ext>
            </a:extLst>
          </p:cNvPr>
          <p:cNvSpPr>
            <a:spLocks noGrp="1"/>
          </p:cNvSpPr>
          <p:nvPr>
            <p:ph type="dt" sz="half" idx="2"/>
          </p:nvPr>
        </p:nvSpPr>
        <p:spPr>
          <a:xfrm>
            <a:off x="9840416" y="6453352"/>
            <a:ext cx="1512000" cy="144000"/>
          </a:xfrm>
          <a:prstGeom prst="rect">
            <a:avLst/>
          </a:prstGeom>
        </p:spPr>
        <p:txBody>
          <a:bodyPr vert="horz" lIns="0" tIns="43200" rIns="0" bIns="0" rtlCol="0" anchor="t" anchorCtr="0"/>
          <a:lstStyle>
            <a:lvl1pPr algn="ctr">
              <a:defRPr sz="800">
                <a:solidFill>
                  <a:schemeClr val="tx1">
                    <a:tint val="75000"/>
                  </a:schemeClr>
                </a:solidFill>
              </a:defRPr>
            </a:lvl1pPr>
          </a:lstStyle>
          <a:p>
            <a:fld id="{D0A408A7-43CF-4F62-A1B6-FDAD847F1A5E}" type="datetime4">
              <a:rPr lang="de-DE" smtClean="0"/>
              <a:t>19. November 2025</a:t>
            </a:fld>
            <a:endParaRPr lang="de-DE" dirty="0"/>
          </a:p>
        </p:txBody>
      </p:sp>
      <p:sp>
        <p:nvSpPr>
          <p:cNvPr id="5" name="Fußzeilenplatzhalter 4">
            <a:extLst>
              <a:ext uri="{FF2B5EF4-FFF2-40B4-BE49-F238E27FC236}">
                <a16:creationId xmlns:a16="http://schemas.microsoft.com/office/drawing/2014/main" id="{4DE0AFB5-0220-4FCE-9BC1-51EDC3697A74}"/>
              </a:ext>
            </a:extLst>
          </p:cNvPr>
          <p:cNvSpPr>
            <a:spLocks noGrp="1"/>
          </p:cNvSpPr>
          <p:nvPr>
            <p:ph type="ftr" sz="quarter" idx="3"/>
          </p:nvPr>
        </p:nvSpPr>
        <p:spPr>
          <a:xfrm>
            <a:off x="5375920" y="6453336"/>
            <a:ext cx="4320000" cy="144000"/>
          </a:xfrm>
          <a:prstGeom prst="rect">
            <a:avLst/>
          </a:prstGeom>
        </p:spPr>
        <p:txBody>
          <a:bodyPr vert="horz" lIns="0" tIns="43200" rIns="14400" bIns="0" rtlCol="0" anchor="t" anchorCtr="0"/>
          <a:lstStyle>
            <a:lvl1pPr algn="r">
              <a:defRPr sz="800">
                <a:solidFill>
                  <a:schemeClr val="tx1">
                    <a:tint val="75000"/>
                  </a:schemeClr>
                </a:solidFill>
              </a:defRPr>
            </a:lvl1pPr>
          </a:lstStyle>
          <a:p>
            <a:r>
              <a:rPr lang="de-DE"/>
              <a:t>Titel der Präsentation</a:t>
            </a:r>
            <a:endParaRPr lang="de-DE" dirty="0"/>
          </a:p>
        </p:txBody>
      </p:sp>
      <p:sp>
        <p:nvSpPr>
          <p:cNvPr id="6" name="Foliennummernplatzhalter 5">
            <a:extLst>
              <a:ext uri="{FF2B5EF4-FFF2-40B4-BE49-F238E27FC236}">
                <a16:creationId xmlns:a16="http://schemas.microsoft.com/office/drawing/2014/main" id="{50540230-7E52-434A-946B-79F9C81069CD}"/>
              </a:ext>
            </a:extLst>
          </p:cNvPr>
          <p:cNvSpPr>
            <a:spLocks noGrp="1"/>
          </p:cNvSpPr>
          <p:nvPr>
            <p:ph type="sldNum" sz="quarter" idx="4"/>
          </p:nvPr>
        </p:nvSpPr>
        <p:spPr>
          <a:xfrm>
            <a:off x="11352584" y="6453336"/>
            <a:ext cx="289248" cy="144000"/>
          </a:xfrm>
          <a:prstGeom prst="rect">
            <a:avLst/>
          </a:prstGeom>
        </p:spPr>
        <p:txBody>
          <a:bodyPr vert="horz" lIns="0" tIns="7200" rIns="0" bIns="0" rtlCol="0" anchor="t" anchorCtr="0"/>
          <a:lstStyle>
            <a:lvl1pPr algn="r">
              <a:defRPr sz="1100">
                <a:solidFill>
                  <a:schemeClr val="tx1">
                    <a:tint val="75000"/>
                  </a:schemeClr>
                </a:solidFill>
              </a:defRPr>
            </a:lvl1pPr>
          </a:lstStyle>
          <a:p>
            <a:fld id="{2155E1C8-C15B-4C47-AD9F-B8F50D129449}" type="slidenum">
              <a:rPr lang="de-DE" smtClean="0"/>
              <a:pPr/>
              <a:t>‹#›</a:t>
            </a:fld>
            <a:endParaRPr lang="de-DE" dirty="0"/>
          </a:p>
        </p:txBody>
      </p:sp>
      <p:pic>
        <p:nvPicPr>
          <p:cNvPr id="14" name="Grafik 13">
            <a:extLst>
              <a:ext uri="{FF2B5EF4-FFF2-40B4-BE49-F238E27FC236}">
                <a16:creationId xmlns:a16="http://schemas.microsoft.com/office/drawing/2014/main" id="{A079685E-F268-43A6-900F-8FE9E297B579}"/>
              </a:ext>
            </a:extLst>
          </p:cNvPr>
          <p:cNvPicPr>
            <a:picLocks noChangeAspect="1"/>
          </p:cNvPicPr>
          <p:nvPr userDrawn="1"/>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75635" y="6277045"/>
            <a:ext cx="383407" cy="396000"/>
          </a:xfrm>
          <a:prstGeom prst="rect">
            <a:avLst/>
          </a:prstGeom>
        </p:spPr>
      </p:pic>
      <p:sp>
        <p:nvSpPr>
          <p:cNvPr id="7" name="Parallelogramm 6">
            <a:extLst>
              <a:ext uri="{FF2B5EF4-FFF2-40B4-BE49-F238E27FC236}">
                <a16:creationId xmlns:a16="http://schemas.microsoft.com/office/drawing/2014/main" id="{3925A3B8-758F-47EE-A4DA-C38EC940F536}"/>
              </a:ext>
            </a:extLst>
          </p:cNvPr>
          <p:cNvSpPr/>
          <p:nvPr userDrawn="1"/>
        </p:nvSpPr>
        <p:spPr>
          <a:xfrm>
            <a:off x="883443" y="6267450"/>
            <a:ext cx="171451" cy="404813"/>
          </a:xfrm>
          <a:prstGeom prst="parallelogram">
            <a:avLst>
              <a:gd name="adj" fmla="val 86333"/>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513343905"/>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71" r:id="rId4"/>
    <p:sldLayoutId id="2147483670" r:id="rId5"/>
    <p:sldLayoutId id="2147483672" r:id="rId6"/>
    <p:sldLayoutId id="2147483650" r:id="rId7"/>
    <p:sldLayoutId id="2147483651" r:id="rId8"/>
    <p:sldLayoutId id="2147483662" r:id="rId9"/>
    <p:sldLayoutId id="2147483667" r:id="rId10"/>
    <p:sldLayoutId id="2147483665" r:id="rId11"/>
    <p:sldLayoutId id="2147483652" r:id="rId12"/>
    <p:sldLayoutId id="2147483673" r:id="rId13"/>
    <p:sldLayoutId id="2147483680" r:id="rId14"/>
    <p:sldLayoutId id="2147483677" r:id="rId15"/>
    <p:sldLayoutId id="2147483674" r:id="rId16"/>
    <p:sldLayoutId id="2147483675" r:id="rId17"/>
    <p:sldLayoutId id="2147483676" r:id="rId18"/>
    <p:sldLayoutId id="2147483678" r:id="rId19"/>
    <p:sldLayoutId id="2147483679" r:id="rId20"/>
    <p:sldLayoutId id="2147483654" r:id="rId21"/>
    <p:sldLayoutId id="2147483655" r:id="rId22"/>
  </p:sldLayoutIdLst>
  <p:hf hd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0" indent="0" algn="l" defTabSz="914400" rtl="0" eaLnBrk="1" latinLnBrk="0" hangingPunct="1">
        <a:lnSpc>
          <a:spcPct val="117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914400" rtl="0" eaLnBrk="1" latinLnBrk="0" hangingPunct="1">
        <a:lnSpc>
          <a:spcPct val="117000"/>
        </a:lnSpc>
        <a:spcBef>
          <a:spcPts val="1400"/>
        </a:spcBef>
        <a:spcAft>
          <a:spcPts val="1200"/>
        </a:spcAft>
        <a:buFont typeface="Arial" panose="020B0604020202020204" pitchFamily="34" charset="0"/>
        <a:buNone/>
        <a:defRPr sz="2000" b="1" kern="1200">
          <a:solidFill>
            <a:schemeClr val="accent5"/>
          </a:solidFill>
          <a:latin typeface="+mn-lt"/>
          <a:ea typeface="+mn-ea"/>
          <a:cs typeface="+mn-cs"/>
        </a:defRPr>
      </a:lvl2pPr>
      <a:lvl3pPr marL="252000" indent="-252000" algn="l" defTabSz="914400" rtl="0" eaLnBrk="1" latinLnBrk="0" hangingPunct="1">
        <a:lnSpc>
          <a:spcPct val="117000"/>
        </a:lnSpc>
        <a:spcBef>
          <a:spcPts val="0"/>
        </a:spcBef>
        <a:spcAft>
          <a:spcPts val="0"/>
        </a:spcAft>
        <a:buClr>
          <a:schemeClr val="accent5"/>
        </a:buClr>
        <a:buFont typeface="+mj-lt"/>
        <a:buAutoNum type="arabicPeriod"/>
        <a:defRPr sz="2000" kern="1200">
          <a:solidFill>
            <a:schemeClr val="tx1"/>
          </a:solidFill>
          <a:latin typeface="+mn-lt"/>
          <a:ea typeface="+mn-ea"/>
          <a:cs typeface="+mn-cs"/>
        </a:defRPr>
      </a:lvl3pPr>
      <a:lvl4pPr marL="252000" indent="-216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2000" kern="1200">
          <a:solidFill>
            <a:schemeClr val="tx1"/>
          </a:solidFill>
          <a:latin typeface="+mn-lt"/>
          <a:ea typeface="+mn-ea"/>
          <a:cs typeface="+mn-cs"/>
        </a:defRPr>
      </a:lvl4pPr>
      <a:lvl5pPr marL="43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800" kern="1200">
          <a:solidFill>
            <a:schemeClr val="tx1"/>
          </a:solidFill>
          <a:latin typeface="+mn-lt"/>
          <a:ea typeface="+mn-ea"/>
          <a:cs typeface="+mn-cs"/>
        </a:defRPr>
      </a:lvl5pPr>
      <a:lvl6pPr marL="61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600" kern="1200">
          <a:solidFill>
            <a:schemeClr val="tx1"/>
          </a:solidFill>
          <a:latin typeface="+mn-lt"/>
          <a:ea typeface="+mn-ea"/>
          <a:cs typeface="+mn-cs"/>
        </a:defRPr>
      </a:lvl6pPr>
      <a:lvl7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2.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0.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D181662D-7665-48D9-B026-6CF8CDD25FB5}"/>
              </a:ext>
            </a:extLst>
          </p:cNvPr>
          <p:cNvSpPr>
            <a:spLocks noGrp="1"/>
          </p:cNvSpPr>
          <p:nvPr>
            <p:ph type="ctrTitle"/>
          </p:nvPr>
        </p:nvSpPr>
        <p:spPr>
          <a:xfrm>
            <a:off x="407368" y="2204864"/>
            <a:ext cx="4814048" cy="1368000"/>
          </a:xfrm>
        </p:spPr>
        <p:txBody>
          <a:bodyPr>
            <a:noAutofit/>
          </a:bodyPr>
          <a:lstStyle/>
          <a:p>
            <a:r>
              <a:rPr lang="en-US" sz="2800" dirty="0"/>
              <a:t>Evaluation model of a parametrizable ReRAM core in an FPGA architecture</a:t>
            </a:r>
            <a:endParaRPr lang="de-DE" sz="2800" dirty="0"/>
          </a:p>
        </p:txBody>
      </p:sp>
      <p:sp>
        <p:nvSpPr>
          <p:cNvPr id="21" name="Untertitel 20">
            <a:extLst>
              <a:ext uri="{FF2B5EF4-FFF2-40B4-BE49-F238E27FC236}">
                <a16:creationId xmlns:a16="http://schemas.microsoft.com/office/drawing/2014/main" id="{3E00914A-7B3D-4D60-B61C-55C364822EA1}"/>
              </a:ext>
            </a:extLst>
          </p:cNvPr>
          <p:cNvSpPr>
            <a:spLocks noGrp="1"/>
          </p:cNvSpPr>
          <p:nvPr>
            <p:ph type="subTitle" idx="1"/>
          </p:nvPr>
        </p:nvSpPr>
        <p:spPr>
          <a:xfrm>
            <a:off x="384950" y="3716956"/>
            <a:ext cx="4802252" cy="504056"/>
          </a:xfrm>
        </p:spPr>
        <p:txBody>
          <a:bodyPr/>
          <a:lstStyle/>
          <a:p>
            <a:r>
              <a:rPr lang="de-DE" dirty="0"/>
              <a:t>Presentation for Master Thesis Defense</a:t>
            </a:r>
          </a:p>
        </p:txBody>
      </p:sp>
      <p:sp>
        <p:nvSpPr>
          <p:cNvPr id="5" name="Datumsplatzhalter 4">
            <a:extLst>
              <a:ext uri="{FF2B5EF4-FFF2-40B4-BE49-F238E27FC236}">
                <a16:creationId xmlns:a16="http://schemas.microsoft.com/office/drawing/2014/main" id="{86CA257B-AC70-4391-852C-0FC6C960F353}"/>
              </a:ext>
            </a:extLst>
          </p:cNvPr>
          <p:cNvSpPr>
            <a:spLocks noGrp="1"/>
          </p:cNvSpPr>
          <p:nvPr>
            <p:ph type="dt" sz="half" idx="10"/>
          </p:nvPr>
        </p:nvSpPr>
        <p:spPr>
          <a:xfrm>
            <a:off x="480089" y="5899595"/>
            <a:ext cx="1944000" cy="216000"/>
          </a:xfrm>
        </p:spPr>
        <p:txBody>
          <a:bodyPr/>
          <a:lstStyle/>
          <a:p>
            <a:fld id="{B3F218DD-181C-4F35-8A62-B93DF536E448}" type="datetime4">
              <a:rPr lang="de-DE" smtClean="0"/>
              <a:t>19. November 2025</a:t>
            </a:fld>
            <a:endParaRPr lang="de-DE" dirty="0"/>
          </a:p>
        </p:txBody>
      </p:sp>
      <p:sp>
        <p:nvSpPr>
          <p:cNvPr id="22" name="Textplatzhalter 21">
            <a:extLst>
              <a:ext uri="{FF2B5EF4-FFF2-40B4-BE49-F238E27FC236}">
                <a16:creationId xmlns:a16="http://schemas.microsoft.com/office/drawing/2014/main" id="{D7553B78-F8C3-4CE5-8368-2E6A709D82ED}"/>
              </a:ext>
            </a:extLst>
          </p:cNvPr>
          <p:cNvSpPr>
            <a:spLocks noGrp="1"/>
          </p:cNvSpPr>
          <p:nvPr>
            <p:ph type="body" sz="quarter" idx="14"/>
          </p:nvPr>
        </p:nvSpPr>
        <p:spPr>
          <a:xfrm>
            <a:off x="407368" y="4293057"/>
            <a:ext cx="4536504" cy="864135"/>
          </a:xfrm>
        </p:spPr>
        <p:txBody>
          <a:bodyPr/>
          <a:lstStyle/>
          <a:p>
            <a:r>
              <a:rPr lang="en-IN" dirty="0"/>
              <a:t>Hrishikesh Balkrishna Karande, Matriculation number 1701995</a:t>
            </a:r>
          </a:p>
          <a:p>
            <a:endParaRPr lang="en-IN" dirty="0"/>
          </a:p>
          <a:p>
            <a:r>
              <a:rPr lang="en-IN" dirty="0"/>
              <a:t>1st Examiner Prof. Dr.-Ing. Michael Wahl </a:t>
            </a:r>
          </a:p>
          <a:p>
            <a:r>
              <a:rPr lang="en-IN" dirty="0"/>
              <a:t>2nd Examiner Prof. Dr.-Ing. Bing Li</a:t>
            </a:r>
            <a:endParaRPr lang="de-DE" dirty="0"/>
          </a:p>
        </p:txBody>
      </p:sp>
      <p:pic>
        <p:nvPicPr>
          <p:cNvPr id="4" name="Picture Placeholder 3" descr="A hand holding a book&#10;&#10;AI-generated content may be incorrect.">
            <a:extLst>
              <a:ext uri="{FF2B5EF4-FFF2-40B4-BE49-F238E27FC236}">
                <a16:creationId xmlns:a16="http://schemas.microsoft.com/office/drawing/2014/main" id="{FAAD0913-A60F-8D68-279C-38AB09C4982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25130" b="25130"/>
          <a:stretch>
            <a:fillRect/>
          </a:stretch>
        </p:blipFill>
        <p:spPr/>
      </p:pic>
      <p:pic>
        <p:nvPicPr>
          <p:cNvPr id="3" name="Picture 2">
            <a:extLst>
              <a:ext uri="{FF2B5EF4-FFF2-40B4-BE49-F238E27FC236}">
                <a16:creationId xmlns:a16="http://schemas.microsoft.com/office/drawing/2014/main" id="{F8164F24-A32C-EAE7-6F34-9A5C64F0F41B}"/>
              </a:ext>
            </a:extLst>
          </p:cNvPr>
          <p:cNvPicPr>
            <a:picLocks noChangeAspect="1"/>
          </p:cNvPicPr>
          <p:nvPr/>
        </p:nvPicPr>
        <p:blipFill>
          <a:blip r:embed="rId4"/>
          <a:stretch>
            <a:fillRect/>
          </a:stretch>
        </p:blipFill>
        <p:spPr>
          <a:xfrm>
            <a:off x="2663122" y="476672"/>
            <a:ext cx="1609950" cy="905001"/>
          </a:xfrm>
          <a:prstGeom prst="rect">
            <a:avLst/>
          </a:prstGeom>
        </p:spPr>
      </p:pic>
    </p:spTree>
    <p:extLst>
      <p:ext uri="{BB962C8B-B14F-4D97-AF65-F5344CB8AC3E}">
        <p14:creationId xmlns:p14="http://schemas.microsoft.com/office/powerpoint/2010/main" val="373831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el 15">
            <a:extLst>
              <a:ext uri="{FF2B5EF4-FFF2-40B4-BE49-F238E27FC236}">
                <a16:creationId xmlns:a16="http://schemas.microsoft.com/office/drawing/2014/main" id="{D9DE7D2C-96AE-44F1-847D-E4B481E27DA9}"/>
              </a:ext>
            </a:extLst>
          </p:cNvPr>
          <p:cNvSpPr>
            <a:spLocks noGrp="1"/>
          </p:cNvSpPr>
          <p:nvPr>
            <p:ph type="title"/>
          </p:nvPr>
        </p:nvSpPr>
        <p:spPr>
          <a:xfrm>
            <a:off x="553832" y="764728"/>
            <a:ext cx="11088000" cy="432000"/>
          </a:xfrm>
        </p:spPr>
        <p:txBody>
          <a:bodyPr/>
          <a:lstStyle/>
          <a:p>
            <a:r>
              <a:rPr lang="de-DE" dirty="0"/>
              <a:t>Outline</a:t>
            </a:r>
          </a:p>
        </p:txBody>
      </p:sp>
      <p:sp>
        <p:nvSpPr>
          <p:cNvPr id="3" name="Inhaltsplatzhalter 2">
            <a:extLst>
              <a:ext uri="{FF2B5EF4-FFF2-40B4-BE49-F238E27FC236}">
                <a16:creationId xmlns:a16="http://schemas.microsoft.com/office/drawing/2014/main" id="{01CF1396-C05B-413C-9603-CD91C2D59EBF}"/>
              </a:ext>
            </a:extLst>
          </p:cNvPr>
          <p:cNvSpPr>
            <a:spLocks noGrp="1"/>
          </p:cNvSpPr>
          <p:nvPr>
            <p:ph idx="1"/>
          </p:nvPr>
        </p:nvSpPr>
        <p:spPr>
          <a:xfrm>
            <a:off x="551384" y="2060848"/>
            <a:ext cx="2952328" cy="3816424"/>
          </a:xfrm>
        </p:spPr>
        <p:txBody>
          <a:bodyPr/>
          <a:lstStyle/>
          <a:p>
            <a:pPr>
              <a:lnSpc>
                <a:spcPct val="150000"/>
              </a:lnSpc>
            </a:pPr>
            <a:r>
              <a:rPr lang="de-DE" dirty="0"/>
              <a:t>Background &amp; Motivation</a:t>
            </a:r>
          </a:p>
          <a:p>
            <a:pPr>
              <a:lnSpc>
                <a:spcPct val="150000"/>
              </a:lnSpc>
            </a:pPr>
            <a:r>
              <a:rPr lang="de-DE" dirty="0"/>
              <a:t>Problem Statement</a:t>
            </a:r>
          </a:p>
          <a:p>
            <a:pPr>
              <a:lnSpc>
                <a:spcPct val="150000"/>
              </a:lnSpc>
            </a:pPr>
            <a:r>
              <a:rPr lang="de-DE" dirty="0"/>
              <a:t>Thesis objectives</a:t>
            </a:r>
          </a:p>
          <a:p>
            <a:pPr>
              <a:lnSpc>
                <a:spcPct val="150000"/>
              </a:lnSpc>
            </a:pPr>
            <a:r>
              <a:rPr lang="de-DE" dirty="0"/>
              <a:t>ReRAM properties</a:t>
            </a:r>
          </a:p>
          <a:p>
            <a:pPr>
              <a:lnSpc>
                <a:spcPct val="150000"/>
              </a:lnSpc>
            </a:pPr>
            <a:r>
              <a:rPr lang="de-DE" dirty="0"/>
              <a:t>Modelling Strategy</a:t>
            </a:r>
          </a:p>
          <a:p>
            <a:pPr>
              <a:lnSpc>
                <a:spcPct val="150000"/>
              </a:lnSpc>
            </a:pPr>
            <a:r>
              <a:rPr lang="de-DE" dirty="0"/>
              <a:t>Implementation </a:t>
            </a:r>
          </a:p>
          <a:p>
            <a:pPr>
              <a:lnSpc>
                <a:spcPct val="150000"/>
              </a:lnSpc>
            </a:pPr>
            <a:endParaRPr lang="de-DE" dirty="0"/>
          </a:p>
          <a:p>
            <a:pPr>
              <a:lnSpc>
                <a:spcPct val="150000"/>
              </a:lnSpc>
            </a:pPr>
            <a:endParaRPr lang="de-DE" dirty="0"/>
          </a:p>
        </p:txBody>
      </p:sp>
      <p:pic>
        <p:nvPicPr>
          <p:cNvPr id="6" name="Picture 5">
            <a:extLst>
              <a:ext uri="{FF2B5EF4-FFF2-40B4-BE49-F238E27FC236}">
                <a16:creationId xmlns:a16="http://schemas.microsoft.com/office/drawing/2014/main" id="{8977C4C5-6F08-EA39-DE28-4B106C6764DA}"/>
              </a:ext>
            </a:extLst>
          </p:cNvPr>
          <p:cNvPicPr>
            <a:picLocks noChangeAspect="1"/>
          </p:cNvPicPr>
          <p:nvPr/>
        </p:nvPicPr>
        <p:blipFill>
          <a:blip r:embed="rId3"/>
          <a:stretch>
            <a:fillRect/>
          </a:stretch>
        </p:blipFill>
        <p:spPr>
          <a:xfrm>
            <a:off x="983432" y="6400280"/>
            <a:ext cx="444935" cy="250111"/>
          </a:xfrm>
          <a:prstGeom prst="rect">
            <a:avLst/>
          </a:prstGeom>
        </p:spPr>
      </p:pic>
      <p:sp>
        <p:nvSpPr>
          <p:cNvPr id="8" name="Inhaltsplatzhalter 2">
            <a:extLst>
              <a:ext uri="{FF2B5EF4-FFF2-40B4-BE49-F238E27FC236}">
                <a16:creationId xmlns:a16="http://schemas.microsoft.com/office/drawing/2014/main" id="{C3D06F55-CA00-CB26-F7CF-2CE1999B49F7}"/>
              </a:ext>
            </a:extLst>
          </p:cNvPr>
          <p:cNvSpPr txBox="1">
            <a:spLocks/>
          </p:cNvSpPr>
          <p:nvPr/>
        </p:nvSpPr>
        <p:spPr>
          <a:xfrm>
            <a:off x="3647728" y="2060848"/>
            <a:ext cx="2952328" cy="3816424"/>
          </a:xfrm>
          <a:prstGeom prst="rect">
            <a:avLst/>
          </a:prstGeom>
        </p:spPr>
        <p:txBody>
          <a:bodyPr vert="horz" lIns="0" tIns="0" rIns="0" bIns="0" rtlCol="0">
            <a:noAutofit/>
          </a:bodyPr>
          <a:lstStyle>
            <a:lvl1pPr marL="0" indent="0" algn="l" defTabSz="914400" rtl="0" eaLnBrk="1" latinLnBrk="0" hangingPunct="1">
              <a:lnSpc>
                <a:spcPct val="117000"/>
              </a:lnSpc>
              <a:spcBef>
                <a:spcPts val="1400"/>
              </a:spcBef>
              <a:buFont typeface="Arial" panose="020B0604020202020204" pitchFamily="34" charset="0"/>
              <a:buNone/>
              <a:defRPr sz="2000" b="1" kern="1200">
                <a:solidFill>
                  <a:schemeClr val="tx2"/>
                </a:solidFill>
                <a:latin typeface="+mn-lt"/>
                <a:ea typeface="+mn-ea"/>
                <a:cs typeface="+mn-cs"/>
              </a:defRPr>
            </a:lvl1pPr>
            <a:lvl2pPr marL="180000" indent="0" algn="l" defTabSz="914400" rtl="0" eaLnBrk="1" latinLnBrk="0" hangingPunct="1">
              <a:lnSpc>
                <a:spcPct val="117000"/>
              </a:lnSpc>
              <a:spcBef>
                <a:spcPts val="0"/>
              </a:spcBef>
              <a:spcAft>
                <a:spcPts val="0"/>
              </a:spcAft>
              <a:buFont typeface="Arial" panose="020B0604020202020204" pitchFamily="34" charset="0"/>
              <a:buNone/>
              <a:defRPr sz="2000" b="0" kern="1200">
                <a:solidFill>
                  <a:schemeClr val="tx2"/>
                </a:solidFill>
                <a:latin typeface="+mn-lt"/>
                <a:ea typeface="+mn-ea"/>
                <a:cs typeface="+mn-cs"/>
              </a:defRPr>
            </a:lvl2pPr>
            <a:lvl3pPr marL="180000" indent="0" algn="l" defTabSz="914400" rtl="0" eaLnBrk="1" latinLnBrk="0" hangingPunct="1">
              <a:lnSpc>
                <a:spcPct val="117000"/>
              </a:lnSpc>
              <a:spcBef>
                <a:spcPts val="0"/>
              </a:spcBef>
              <a:spcAft>
                <a:spcPts val="0"/>
              </a:spcAft>
              <a:buClr>
                <a:schemeClr val="accent5"/>
              </a:buClr>
              <a:buFont typeface="Arial" panose="020B0604020202020204" pitchFamily="34" charset="0"/>
              <a:buNone/>
              <a:defRPr sz="2000" kern="1200">
                <a:solidFill>
                  <a:schemeClr val="tx2"/>
                </a:solidFill>
                <a:latin typeface="+mn-lt"/>
                <a:ea typeface="+mn-ea"/>
                <a:cs typeface="+mn-cs"/>
              </a:defRPr>
            </a:lvl3pPr>
            <a:lvl4pPr marL="180000" indent="0" algn="l" defTabSz="914400" rtl="0" eaLnBrk="1" latinLnBrk="0" hangingPunct="1">
              <a:lnSpc>
                <a:spcPct val="117000"/>
              </a:lnSpc>
              <a:spcBef>
                <a:spcPts val="0"/>
              </a:spcBef>
              <a:spcAft>
                <a:spcPts val="0"/>
              </a:spcAft>
              <a:buClr>
                <a:schemeClr val="accent5"/>
              </a:buClr>
              <a:buFont typeface="Arial" panose="020B0604020202020204" pitchFamily="34" charset="0"/>
              <a:buNone/>
              <a:defRPr sz="2000" kern="1200">
                <a:solidFill>
                  <a:schemeClr val="tx2"/>
                </a:solidFill>
                <a:latin typeface="+mn-lt"/>
                <a:ea typeface="+mn-ea"/>
                <a:cs typeface="+mn-cs"/>
              </a:defRPr>
            </a:lvl4pPr>
            <a:lvl5pPr marL="180000" indent="0" algn="l" defTabSz="914400" rtl="0" eaLnBrk="1" latinLnBrk="0" hangingPunct="1">
              <a:lnSpc>
                <a:spcPct val="117000"/>
              </a:lnSpc>
              <a:spcBef>
                <a:spcPts val="0"/>
              </a:spcBef>
              <a:spcAft>
                <a:spcPts val="0"/>
              </a:spcAft>
              <a:buClr>
                <a:schemeClr val="accent5"/>
              </a:buClr>
              <a:buFont typeface="Arial" panose="020B0604020202020204" pitchFamily="34" charset="0"/>
              <a:buNone/>
              <a:defRPr sz="2000" kern="1200">
                <a:solidFill>
                  <a:schemeClr val="tx2"/>
                </a:solidFill>
                <a:latin typeface="+mn-lt"/>
                <a:ea typeface="+mn-ea"/>
                <a:cs typeface="+mn-cs"/>
              </a:defRPr>
            </a:lvl5pPr>
            <a:lvl6pPr marL="180000" indent="0" algn="l" defTabSz="914400" rtl="0" eaLnBrk="1" latinLnBrk="0" hangingPunct="1">
              <a:lnSpc>
                <a:spcPct val="117000"/>
              </a:lnSpc>
              <a:spcBef>
                <a:spcPts val="0"/>
              </a:spcBef>
              <a:spcAft>
                <a:spcPts val="0"/>
              </a:spcAft>
              <a:buClr>
                <a:schemeClr val="accent5"/>
              </a:buClr>
              <a:buFont typeface="+mj-lt"/>
              <a:buNone/>
              <a:defRPr sz="1600" kern="1200">
                <a:solidFill>
                  <a:schemeClr val="tx2"/>
                </a:solidFill>
                <a:latin typeface="+mn-lt"/>
                <a:ea typeface="+mn-ea"/>
                <a:cs typeface="+mn-cs"/>
              </a:defRPr>
            </a:lvl6pPr>
            <a:lvl7pPr marL="180000" indent="0" algn="l" defTabSz="914400" rtl="0" eaLnBrk="1" latinLnBrk="0" hangingPunct="1">
              <a:lnSpc>
                <a:spcPct val="117000"/>
              </a:lnSpc>
              <a:spcBef>
                <a:spcPts val="0"/>
              </a:spcBef>
              <a:buFont typeface="+mj-lt"/>
              <a:buNone/>
              <a:defRPr sz="1800" kern="1200">
                <a:solidFill>
                  <a:schemeClr val="tx2"/>
                </a:solidFill>
                <a:latin typeface="+mn-lt"/>
                <a:ea typeface="+mn-ea"/>
                <a:cs typeface="+mn-cs"/>
              </a:defRPr>
            </a:lvl7pPr>
            <a:lvl8pPr marL="180000" indent="0" algn="l" defTabSz="914400" rtl="0" eaLnBrk="1" latinLnBrk="0" hangingPunct="1">
              <a:lnSpc>
                <a:spcPct val="117000"/>
              </a:lnSpc>
              <a:spcBef>
                <a:spcPts val="0"/>
              </a:spcBef>
              <a:buFont typeface="+mj-lt"/>
              <a:buNone/>
              <a:defRPr sz="1800" kern="1200">
                <a:solidFill>
                  <a:schemeClr val="tx2"/>
                </a:solidFill>
                <a:latin typeface="+mn-lt"/>
                <a:ea typeface="+mn-ea"/>
                <a:cs typeface="+mn-cs"/>
              </a:defRPr>
            </a:lvl8pPr>
            <a:lvl9pPr marL="180000" indent="0" algn="l" defTabSz="914400" rtl="0" eaLnBrk="1" latinLnBrk="0" hangingPunct="1">
              <a:lnSpc>
                <a:spcPct val="117000"/>
              </a:lnSpc>
              <a:spcBef>
                <a:spcPts val="0"/>
              </a:spcBef>
              <a:buFont typeface="+mj-lt"/>
              <a:buNone/>
              <a:defRPr sz="1800" kern="1200">
                <a:solidFill>
                  <a:schemeClr val="tx2"/>
                </a:solidFill>
                <a:latin typeface="+mn-lt"/>
                <a:ea typeface="+mn-ea"/>
                <a:cs typeface="+mn-cs"/>
              </a:defRPr>
            </a:lvl9pPr>
          </a:lstStyle>
          <a:p>
            <a:pPr>
              <a:lnSpc>
                <a:spcPct val="150000"/>
              </a:lnSpc>
            </a:pPr>
            <a:r>
              <a:rPr lang="de-DE" dirty="0"/>
              <a:t>Results and Validation</a:t>
            </a:r>
          </a:p>
          <a:p>
            <a:pPr>
              <a:lnSpc>
                <a:spcPct val="150000"/>
              </a:lnSpc>
            </a:pPr>
            <a:r>
              <a:rPr lang="de-DE" dirty="0"/>
              <a:t>Configuration Testing</a:t>
            </a:r>
          </a:p>
          <a:p>
            <a:pPr>
              <a:lnSpc>
                <a:spcPct val="150000"/>
              </a:lnSpc>
            </a:pPr>
            <a:r>
              <a:rPr lang="de-DE" dirty="0"/>
              <a:t>Power Analysis</a:t>
            </a:r>
          </a:p>
          <a:p>
            <a:pPr>
              <a:lnSpc>
                <a:spcPct val="150000"/>
              </a:lnSpc>
            </a:pPr>
            <a:r>
              <a:rPr lang="de-DE" dirty="0"/>
              <a:t>Future Work</a:t>
            </a:r>
          </a:p>
          <a:p>
            <a:pPr>
              <a:lnSpc>
                <a:spcPct val="150000"/>
              </a:lnSpc>
            </a:pPr>
            <a:r>
              <a:rPr lang="de-DE" dirty="0"/>
              <a:t>Achievements</a:t>
            </a:r>
          </a:p>
          <a:p>
            <a:pPr>
              <a:lnSpc>
                <a:spcPct val="150000"/>
              </a:lnSpc>
            </a:pPr>
            <a:endParaRPr lang="de-DE" dirty="0"/>
          </a:p>
          <a:p>
            <a:pPr>
              <a:lnSpc>
                <a:spcPct val="150000"/>
              </a:lnSpc>
            </a:pPr>
            <a:endParaRPr lang="de-DE" dirty="0"/>
          </a:p>
        </p:txBody>
      </p:sp>
    </p:spTree>
    <p:extLst>
      <p:ext uri="{BB962C8B-B14F-4D97-AF65-F5344CB8AC3E}">
        <p14:creationId xmlns:p14="http://schemas.microsoft.com/office/powerpoint/2010/main" val="3993131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EB3DF61-BF32-FA3F-CB52-D8884B5EEA2F}"/>
              </a:ext>
            </a:extLst>
          </p:cNvPr>
          <p:cNvSpPr>
            <a:spLocks noGrp="1"/>
          </p:cNvSpPr>
          <p:nvPr>
            <p:ph type="dt" sz="half" idx="10"/>
          </p:nvPr>
        </p:nvSpPr>
        <p:spPr/>
        <p:txBody>
          <a:bodyPr/>
          <a:lstStyle/>
          <a:p>
            <a:fld id="{8A46594E-95B5-4002-B753-7EE035906560}" type="datetime4">
              <a:rPr lang="de-DE" smtClean="0"/>
              <a:t>20. November 2025</a:t>
            </a:fld>
            <a:endParaRPr lang="de-DE"/>
          </a:p>
        </p:txBody>
      </p:sp>
      <p:sp>
        <p:nvSpPr>
          <p:cNvPr id="5" name="Footer Placeholder 4">
            <a:extLst>
              <a:ext uri="{FF2B5EF4-FFF2-40B4-BE49-F238E27FC236}">
                <a16:creationId xmlns:a16="http://schemas.microsoft.com/office/drawing/2014/main" id="{CCDEF7FC-B7FA-1E8E-9F05-07DCBD8B7A5F}"/>
              </a:ext>
            </a:extLst>
          </p:cNvPr>
          <p:cNvSpPr>
            <a:spLocks noGrp="1"/>
          </p:cNvSpPr>
          <p:nvPr>
            <p:ph type="ftr" sz="quarter" idx="11"/>
          </p:nvPr>
        </p:nvSpPr>
        <p:spPr/>
        <p:txBody>
          <a:bodyPr/>
          <a:lstStyle/>
          <a:p>
            <a:r>
              <a:rPr lang="de-DE"/>
              <a:t>Titel der Präsentation</a:t>
            </a:r>
          </a:p>
        </p:txBody>
      </p:sp>
      <p:sp>
        <p:nvSpPr>
          <p:cNvPr id="6" name="Slide Number Placeholder 5">
            <a:extLst>
              <a:ext uri="{FF2B5EF4-FFF2-40B4-BE49-F238E27FC236}">
                <a16:creationId xmlns:a16="http://schemas.microsoft.com/office/drawing/2014/main" id="{40CAD9AA-CF1A-974B-E0F0-4D5124A90313}"/>
              </a:ext>
            </a:extLst>
          </p:cNvPr>
          <p:cNvSpPr>
            <a:spLocks noGrp="1"/>
          </p:cNvSpPr>
          <p:nvPr>
            <p:ph type="sldNum" sz="quarter" idx="12"/>
          </p:nvPr>
        </p:nvSpPr>
        <p:spPr/>
        <p:txBody>
          <a:bodyPr/>
          <a:lstStyle/>
          <a:p>
            <a:fld id="{2155E1C8-C15B-4C47-AD9F-B8F50D129449}" type="slidenum">
              <a:rPr lang="de-DE" smtClean="0"/>
              <a:t>3</a:t>
            </a:fld>
            <a:endParaRPr lang="de-DE"/>
          </a:p>
        </p:txBody>
      </p:sp>
      <p:pic>
        <p:nvPicPr>
          <p:cNvPr id="1026" name="Picture 2">
            <a:extLst>
              <a:ext uri="{FF2B5EF4-FFF2-40B4-BE49-F238E27FC236}">
                <a16:creationId xmlns:a16="http://schemas.microsoft.com/office/drawing/2014/main" id="{44E630BD-F4B9-0851-FFF1-99C8B87C04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1375" y="0"/>
            <a:ext cx="6270625"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Titel 15">
            <a:extLst>
              <a:ext uri="{FF2B5EF4-FFF2-40B4-BE49-F238E27FC236}">
                <a16:creationId xmlns:a16="http://schemas.microsoft.com/office/drawing/2014/main" id="{967E424C-5A27-28DA-FE8F-522B1D7E0D6D}"/>
              </a:ext>
            </a:extLst>
          </p:cNvPr>
          <p:cNvSpPr txBox="1">
            <a:spLocks/>
          </p:cNvSpPr>
          <p:nvPr/>
        </p:nvSpPr>
        <p:spPr>
          <a:xfrm>
            <a:off x="119335" y="332656"/>
            <a:ext cx="5802039" cy="576040"/>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Background &amp; Motivation</a:t>
            </a:r>
            <a:endParaRPr lang="en-US" sz="3200" dirty="0"/>
          </a:p>
        </p:txBody>
      </p:sp>
      <p:sp>
        <p:nvSpPr>
          <p:cNvPr id="14" name="Inhaltsplatzhalter 2">
            <a:extLst>
              <a:ext uri="{FF2B5EF4-FFF2-40B4-BE49-F238E27FC236}">
                <a16:creationId xmlns:a16="http://schemas.microsoft.com/office/drawing/2014/main" id="{2E2F958F-6992-E964-C05F-7F8B76DF1A24}"/>
              </a:ext>
            </a:extLst>
          </p:cNvPr>
          <p:cNvSpPr txBox="1">
            <a:spLocks/>
          </p:cNvSpPr>
          <p:nvPr/>
        </p:nvSpPr>
        <p:spPr>
          <a:xfrm>
            <a:off x="411480" y="2684095"/>
            <a:ext cx="4443154" cy="3492868"/>
          </a:xfrm>
          <a:prstGeom prst="rect">
            <a:avLst/>
          </a:prstGeom>
        </p:spPr>
        <p:txBody>
          <a:bodyPr vert="horz" lIns="91440" tIns="45720" rIns="91440" bIns="45720" rtlCol="0">
            <a:normAutofit/>
          </a:bodyPr>
          <a:lstStyle>
            <a:lvl1pPr marL="0" indent="0" algn="l" defTabSz="914400" rtl="0" eaLnBrk="1" latinLnBrk="0" hangingPunct="1">
              <a:lnSpc>
                <a:spcPct val="117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914400" rtl="0" eaLnBrk="1" latinLnBrk="0" hangingPunct="1">
              <a:lnSpc>
                <a:spcPct val="117000"/>
              </a:lnSpc>
              <a:spcBef>
                <a:spcPts val="1400"/>
              </a:spcBef>
              <a:spcAft>
                <a:spcPts val="1200"/>
              </a:spcAft>
              <a:buFont typeface="Arial" panose="020B0604020202020204" pitchFamily="34" charset="0"/>
              <a:buNone/>
              <a:defRPr sz="2000" b="1" kern="1200">
                <a:solidFill>
                  <a:schemeClr val="accent5"/>
                </a:solidFill>
                <a:latin typeface="+mn-lt"/>
                <a:ea typeface="+mn-ea"/>
                <a:cs typeface="+mn-cs"/>
              </a:defRPr>
            </a:lvl2pPr>
            <a:lvl3pPr marL="252000" indent="-252000" algn="l" defTabSz="914400" rtl="0" eaLnBrk="1" latinLnBrk="0" hangingPunct="1">
              <a:lnSpc>
                <a:spcPct val="117000"/>
              </a:lnSpc>
              <a:spcBef>
                <a:spcPts val="0"/>
              </a:spcBef>
              <a:spcAft>
                <a:spcPts val="0"/>
              </a:spcAft>
              <a:buClr>
                <a:schemeClr val="accent5"/>
              </a:buClr>
              <a:buFont typeface="+mj-lt"/>
              <a:buAutoNum type="arabicPeriod"/>
              <a:defRPr sz="2000" kern="1200">
                <a:solidFill>
                  <a:schemeClr val="tx1"/>
                </a:solidFill>
                <a:latin typeface="+mn-lt"/>
                <a:ea typeface="+mn-ea"/>
                <a:cs typeface="+mn-cs"/>
              </a:defRPr>
            </a:lvl3pPr>
            <a:lvl4pPr marL="252000" indent="-216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2000" kern="1200">
                <a:solidFill>
                  <a:schemeClr val="tx1"/>
                </a:solidFill>
                <a:latin typeface="+mn-lt"/>
                <a:ea typeface="+mn-ea"/>
                <a:cs typeface="+mn-cs"/>
              </a:defRPr>
            </a:lvl4pPr>
            <a:lvl5pPr marL="43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800" kern="1200">
                <a:solidFill>
                  <a:schemeClr val="tx1"/>
                </a:solidFill>
                <a:latin typeface="+mn-lt"/>
                <a:ea typeface="+mn-ea"/>
                <a:cs typeface="+mn-cs"/>
              </a:defRPr>
            </a:lvl5pPr>
            <a:lvl6pPr marL="61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600" kern="1200">
                <a:solidFill>
                  <a:schemeClr val="tx1"/>
                </a:solidFill>
                <a:latin typeface="+mn-lt"/>
                <a:ea typeface="+mn-ea"/>
                <a:cs typeface="+mn-cs"/>
              </a:defRPr>
            </a:lvl6pPr>
            <a:lvl7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9pPr>
          </a:lstStyle>
          <a:p>
            <a:pPr>
              <a:lnSpc>
                <a:spcPct val="90000"/>
              </a:lnSpc>
            </a:pPr>
            <a:endParaRPr lang="en-US" sz="1800" dirty="0"/>
          </a:p>
          <a:p>
            <a:pPr marL="23400" lvl="3" indent="-228600">
              <a:lnSpc>
                <a:spcPct val="90000"/>
              </a:lnSpc>
              <a:buFont typeface="Arial" panose="020B0604020202020204" pitchFamily="34" charset="0"/>
              <a:buChar char="•"/>
            </a:pPr>
            <a:endParaRPr lang="en-US" sz="1800" b="1" dirty="0"/>
          </a:p>
        </p:txBody>
      </p:sp>
      <p:sp>
        <p:nvSpPr>
          <p:cNvPr id="16" name="Rectangle 4">
            <a:extLst>
              <a:ext uri="{FF2B5EF4-FFF2-40B4-BE49-F238E27FC236}">
                <a16:creationId xmlns:a16="http://schemas.microsoft.com/office/drawing/2014/main" id="{B8373F7D-5FC0-5489-A7FB-4C53AC0B6B64}"/>
              </a:ext>
            </a:extLst>
          </p:cNvPr>
          <p:cNvSpPr>
            <a:spLocks noChangeArrowheads="1"/>
          </p:cNvSpPr>
          <p:nvPr/>
        </p:nvSpPr>
        <p:spPr bwMode="auto">
          <a:xfrm>
            <a:off x="228905" y="980728"/>
            <a:ext cx="5943989" cy="5986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The Challenge: The Memory Wall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Von Neumann Bottleneck:</a:t>
            </a:r>
            <a:r>
              <a:rPr kumimoji="0" lang="en-US" altLang="en-US" sz="1800" b="0" i="0" u="none" strike="noStrike" cap="none" normalizeH="0" baseline="0" dirty="0">
                <a:ln>
                  <a:noFill/>
                </a:ln>
                <a:solidFill>
                  <a:schemeClr val="tx1"/>
                </a:solidFill>
                <a:effectLst/>
              </a:rPr>
              <a:t> In conventional systems image a, Data D must move to the processor to be computed (f).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High Cost:</a:t>
            </a:r>
            <a:r>
              <a:rPr kumimoji="0" lang="en-US" altLang="en-US" sz="1800" b="0" i="0" u="none" strike="noStrike" cap="none" normalizeH="0" baseline="0" dirty="0">
                <a:ln>
                  <a:noFill/>
                </a:ln>
                <a:solidFill>
                  <a:schemeClr val="tx1"/>
                </a:solidFill>
                <a:effectLst/>
              </a:rPr>
              <a:t> This data movement dominates execution time and consumes </a:t>
            </a:r>
            <a:r>
              <a:rPr kumimoji="0" lang="en-US" altLang="en-US" sz="1800" b="1" i="0" u="none" strike="noStrike" cap="none" normalizeH="0" baseline="0" dirty="0">
                <a:ln>
                  <a:noFill/>
                </a:ln>
                <a:solidFill>
                  <a:schemeClr val="tx1"/>
                </a:solidFill>
                <a:effectLst/>
              </a:rPr>
              <a:t>60-80% of total system energy</a:t>
            </a:r>
            <a:r>
              <a:rPr kumimoji="0" lang="en-US" altLang="en-US" sz="1800" b="0" i="0" u="none" strike="noStrike" cap="none" normalizeH="0" baseline="0" dirty="0">
                <a:ln>
                  <a:noFill/>
                </a:ln>
                <a:solidFill>
                  <a:schemeClr val="tx1"/>
                </a:solidFill>
                <a:effectLst/>
              </a:rPr>
              <a:t> in data-intensive tasks like AI.</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The Solution: Processing-in-Memory (PIM)</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Compute-in-Place:</a:t>
            </a:r>
            <a:r>
              <a:rPr kumimoji="0" lang="en-US" altLang="en-US" sz="1800" b="0" i="0" u="none" strike="noStrike" cap="none" normalizeH="0" baseline="0" dirty="0">
                <a:ln>
                  <a:noFill/>
                </a:ln>
                <a:solidFill>
                  <a:schemeClr val="tx1"/>
                </a:solidFill>
                <a:effectLst/>
              </a:rPr>
              <a:t> As shown in image b, PIM performs operations f(D) directly within the memory array.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Efficiency:</a:t>
            </a:r>
            <a:r>
              <a:rPr kumimoji="0" lang="en-US" altLang="en-US" sz="1800" b="0" i="0" u="none" strike="noStrike" cap="none" normalizeH="0" baseline="0" dirty="0">
                <a:ln>
                  <a:noFill/>
                </a:ln>
                <a:solidFill>
                  <a:schemeClr val="tx1"/>
                </a:solidFill>
                <a:effectLst/>
              </a:rPr>
              <a:t> Exploits physical device attributes to compute, </a:t>
            </a:r>
            <a:r>
              <a:rPr kumimoji="0" lang="en-US" altLang="en-US" sz="1800" b="1" i="0" u="none" strike="noStrike" cap="none" normalizeH="0" baseline="0" dirty="0">
                <a:ln>
                  <a:noFill/>
                </a:ln>
                <a:solidFill>
                  <a:schemeClr val="tx1"/>
                </a:solidFill>
                <a:effectLst/>
              </a:rPr>
              <a:t>eliminating the latency and energy cost</a:t>
            </a:r>
            <a:r>
              <a:rPr kumimoji="0" lang="en-US" altLang="en-US" sz="1800" b="0" i="0" u="none" strike="noStrike" cap="none" normalizeH="0" baseline="0" dirty="0">
                <a:ln>
                  <a:noFill/>
                </a:ln>
                <a:solidFill>
                  <a:schemeClr val="tx1"/>
                </a:solidFill>
                <a:effectLst/>
              </a:rPr>
              <a:t> of moving Data D.</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r>
              <a:rPr lang="en-US" sz="2400" b="1" dirty="0"/>
              <a:t>Why ReRAM?</a:t>
            </a:r>
            <a:endParaRPr lang="en-US" sz="2400" dirty="0"/>
          </a:p>
          <a:p>
            <a:r>
              <a:rPr lang="en-US" dirty="0"/>
              <a:t>While SRAM/DRAM are volatile, </a:t>
            </a:r>
            <a:r>
              <a:rPr lang="en-US" b="1" dirty="0"/>
              <a:t>ReRAM (Resistance-based)</a:t>
            </a:r>
            <a:r>
              <a:rPr lang="en-US" dirty="0"/>
              <a:t> offers non-volatility, high density, and efficient analog computation for PIM architectures.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575562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37BBD-7860-C114-A3EC-7A6A92E8BA51}"/>
            </a:ext>
          </a:extLst>
        </p:cNvPr>
        <p:cNvGrpSpPr/>
        <p:nvPr/>
      </p:nvGrpSpPr>
      <p:grpSpPr>
        <a:xfrm>
          <a:off x="0" y="0"/>
          <a:ext cx="0" cy="0"/>
          <a:chOff x="0" y="0"/>
          <a:chExt cx="0" cy="0"/>
        </a:xfrm>
      </p:grpSpPr>
      <p:sp>
        <p:nvSpPr>
          <p:cNvPr id="8" name="Titel 15">
            <a:extLst>
              <a:ext uri="{FF2B5EF4-FFF2-40B4-BE49-F238E27FC236}">
                <a16:creationId xmlns:a16="http://schemas.microsoft.com/office/drawing/2014/main" id="{E9A24E72-8938-9B15-4DD6-21A3041203BB}"/>
              </a:ext>
            </a:extLst>
          </p:cNvPr>
          <p:cNvSpPr txBox="1">
            <a:spLocks/>
          </p:cNvSpPr>
          <p:nvPr/>
        </p:nvSpPr>
        <p:spPr>
          <a:xfrm>
            <a:off x="119335" y="332656"/>
            <a:ext cx="5802039" cy="576040"/>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Problem Statement</a:t>
            </a:r>
            <a:endParaRPr lang="en-US" sz="3200" dirty="0"/>
          </a:p>
        </p:txBody>
      </p:sp>
      <p:sp>
        <p:nvSpPr>
          <p:cNvPr id="14" name="Inhaltsplatzhalter 2">
            <a:extLst>
              <a:ext uri="{FF2B5EF4-FFF2-40B4-BE49-F238E27FC236}">
                <a16:creationId xmlns:a16="http://schemas.microsoft.com/office/drawing/2014/main" id="{35856867-902E-F341-6EF2-9CF3812460BF}"/>
              </a:ext>
            </a:extLst>
          </p:cNvPr>
          <p:cNvSpPr txBox="1">
            <a:spLocks/>
          </p:cNvSpPr>
          <p:nvPr/>
        </p:nvSpPr>
        <p:spPr>
          <a:xfrm>
            <a:off x="411480" y="2684095"/>
            <a:ext cx="4443154" cy="3492868"/>
          </a:xfrm>
          <a:prstGeom prst="rect">
            <a:avLst/>
          </a:prstGeom>
        </p:spPr>
        <p:txBody>
          <a:bodyPr vert="horz" lIns="91440" tIns="45720" rIns="91440" bIns="45720" rtlCol="0">
            <a:normAutofit/>
          </a:bodyPr>
          <a:lstStyle>
            <a:lvl1pPr marL="0" indent="0" algn="l" defTabSz="914400" rtl="0" eaLnBrk="1" latinLnBrk="0" hangingPunct="1">
              <a:lnSpc>
                <a:spcPct val="117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914400" rtl="0" eaLnBrk="1" latinLnBrk="0" hangingPunct="1">
              <a:lnSpc>
                <a:spcPct val="117000"/>
              </a:lnSpc>
              <a:spcBef>
                <a:spcPts val="1400"/>
              </a:spcBef>
              <a:spcAft>
                <a:spcPts val="1200"/>
              </a:spcAft>
              <a:buFont typeface="Arial" panose="020B0604020202020204" pitchFamily="34" charset="0"/>
              <a:buNone/>
              <a:defRPr sz="2000" b="1" kern="1200">
                <a:solidFill>
                  <a:schemeClr val="accent5"/>
                </a:solidFill>
                <a:latin typeface="+mn-lt"/>
                <a:ea typeface="+mn-ea"/>
                <a:cs typeface="+mn-cs"/>
              </a:defRPr>
            </a:lvl2pPr>
            <a:lvl3pPr marL="252000" indent="-252000" algn="l" defTabSz="914400" rtl="0" eaLnBrk="1" latinLnBrk="0" hangingPunct="1">
              <a:lnSpc>
                <a:spcPct val="117000"/>
              </a:lnSpc>
              <a:spcBef>
                <a:spcPts val="0"/>
              </a:spcBef>
              <a:spcAft>
                <a:spcPts val="0"/>
              </a:spcAft>
              <a:buClr>
                <a:schemeClr val="accent5"/>
              </a:buClr>
              <a:buFont typeface="+mj-lt"/>
              <a:buAutoNum type="arabicPeriod"/>
              <a:defRPr sz="2000" kern="1200">
                <a:solidFill>
                  <a:schemeClr val="tx1"/>
                </a:solidFill>
                <a:latin typeface="+mn-lt"/>
                <a:ea typeface="+mn-ea"/>
                <a:cs typeface="+mn-cs"/>
              </a:defRPr>
            </a:lvl3pPr>
            <a:lvl4pPr marL="252000" indent="-216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2000" kern="1200">
                <a:solidFill>
                  <a:schemeClr val="tx1"/>
                </a:solidFill>
                <a:latin typeface="+mn-lt"/>
                <a:ea typeface="+mn-ea"/>
                <a:cs typeface="+mn-cs"/>
              </a:defRPr>
            </a:lvl4pPr>
            <a:lvl5pPr marL="43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800" kern="1200">
                <a:solidFill>
                  <a:schemeClr val="tx1"/>
                </a:solidFill>
                <a:latin typeface="+mn-lt"/>
                <a:ea typeface="+mn-ea"/>
                <a:cs typeface="+mn-cs"/>
              </a:defRPr>
            </a:lvl5pPr>
            <a:lvl6pPr marL="61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600" kern="1200">
                <a:solidFill>
                  <a:schemeClr val="tx1"/>
                </a:solidFill>
                <a:latin typeface="+mn-lt"/>
                <a:ea typeface="+mn-ea"/>
                <a:cs typeface="+mn-cs"/>
              </a:defRPr>
            </a:lvl6pPr>
            <a:lvl7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9pPr>
          </a:lstStyle>
          <a:p>
            <a:pPr>
              <a:lnSpc>
                <a:spcPct val="90000"/>
              </a:lnSpc>
            </a:pPr>
            <a:endParaRPr lang="en-US" sz="1800" dirty="0"/>
          </a:p>
          <a:p>
            <a:pPr marL="23400" lvl="3" indent="-228600">
              <a:lnSpc>
                <a:spcPct val="90000"/>
              </a:lnSpc>
              <a:buFont typeface="Arial" panose="020B0604020202020204" pitchFamily="34" charset="0"/>
              <a:buChar char="•"/>
            </a:pPr>
            <a:endParaRPr lang="en-US" sz="1800" b="1" dirty="0"/>
          </a:p>
        </p:txBody>
      </p:sp>
      <p:sp>
        <p:nvSpPr>
          <p:cNvPr id="9" name="Rectangle 2">
            <a:extLst>
              <a:ext uri="{FF2B5EF4-FFF2-40B4-BE49-F238E27FC236}">
                <a16:creationId xmlns:a16="http://schemas.microsoft.com/office/drawing/2014/main" id="{20620563-3E78-A6C8-C757-7AE0C168E9C2}"/>
              </a:ext>
            </a:extLst>
          </p:cNvPr>
          <p:cNvSpPr>
            <a:spLocks noChangeArrowheads="1"/>
          </p:cNvSpPr>
          <p:nvPr/>
        </p:nvSpPr>
        <p:spPr bwMode="auto">
          <a:xfrm>
            <a:off x="211572" y="1170024"/>
            <a:ext cx="660299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The Barrier to Research</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Physical Inaccessibility:</a:t>
            </a:r>
            <a:r>
              <a:rPr kumimoji="0" lang="en-US" altLang="en-US" sz="1800" b="0" i="0" u="none" strike="noStrike" cap="none" normalizeH="0" baseline="0" dirty="0">
                <a:ln>
                  <a:noFill/>
                </a:ln>
                <a:solidFill>
                  <a:schemeClr val="tx1"/>
                </a:solidFill>
                <a:effectLst/>
                <a:latin typeface="Arial" panose="020B0604020202020204" pitchFamily="34" charset="0"/>
              </a:rPr>
              <a:t> Emerging ReRAM devices are not widely available for academic experimentation, and fabrication costs are prohibitive.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The Modeling Approach</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Device-Level Models (SPICE):</a:t>
            </a:r>
            <a:r>
              <a:rPr kumimoji="0" lang="en-US" altLang="en-US" sz="1800" b="0" i="0" u="none" strike="noStrike" cap="none" normalizeH="0" baseline="0" dirty="0">
                <a:ln>
                  <a:noFill/>
                </a:ln>
                <a:solidFill>
                  <a:schemeClr val="tx1"/>
                </a:solidFill>
                <a:effectLst/>
                <a:latin typeface="Arial" panose="020B0604020202020204" pitchFamily="34" charset="0"/>
              </a:rPr>
              <a:t> High physical accuracy but computationally too expensive for system-level simulation.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Software Simulators:</a:t>
            </a:r>
            <a:r>
              <a:rPr kumimoji="0" lang="en-US" altLang="en-US" sz="1800" b="0" i="0" u="none" strike="noStrike" cap="none" normalizeH="0" baseline="0" dirty="0">
                <a:ln>
                  <a:noFill/>
                </a:ln>
                <a:solidFill>
                  <a:schemeClr val="tx1"/>
                </a:solidFill>
                <a:effectLst/>
                <a:latin typeface="Arial" panose="020B0604020202020204" pitchFamily="34" charset="0"/>
              </a:rPr>
              <a:t> Fast but often lack realistic timing, endurance constraints, and hardware interfaces.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The Need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scalable, FPGA-based emulation platform</a:t>
            </a:r>
            <a:r>
              <a:rPr kumimoji="0" lang="en-US" altLang="en-US" sz="1800" b="0" i="0" u="none" strike="noStrike" cap="none" normalizeH="0" baseline="0" dirty="0">
                <a:ln>
                  <a:noFill/>
                </a:ln>
                <a:solidFill>
                  <a:schemeClr val="tx1"/>
                </a:solidFill>
                <a:effectLst/>
                <a:latin typeface="Arial" panose="020B0604020202020204" pitchFamily="34" charset="0"/>
              </a:rPr>
              <a:t> that bridges the gap: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Cycle-Accurate:</a:t>
            </a:r>
            <a:r>
              <a:rPr kumimoji="0" lang="en-US" altLang="en-US" sz="1800" b="0" i="0" u="none" strike="noStrike" cap="none" normalizeH="0" baseline="0" dirty="0">
                <a:ln>
                  <a:noFill/>
                </a:ln>
                <a:solidFill>
                  <a:schemeClr val="tx1"/>
                </a:solidFill>
                <a:effectLst/>
                <a:latin typeface="Arial" panose="020B0604020202020204" pitchFamily="34" charset="0"/>
              </a:rPr>
              <a:t> Models real-world delays and wear-out.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Hardware-Validated:</a:t>
            </a:r>
            <a:r>
              <a:rPr kumimoji="0" lang="en-US" altLang="en-US" sz="1800" b="0" i="0" u="none" strike="noStrike" cap="none" normalizeH="0" baseline="0" dirty="0">
                <a:ln>
                  <a:noFill/>
                </a:ln>
                <a:solidFill>
                  <a:schemeClr val="tx1"/>
                </a:solidFill>
                <a:effectLst/>
                <a:latin typeface="Arial" panose="020B0604020202020204" pitchFamily="34" charset="0"/>
              </a:rPr>
              <a:t> Enables real-time hardware-software co-design.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FFAEFDBE-A52C-A0D1-E059-7792920AF518}"/>
              </a:ext>
            </a:extLst>
          </p:cNvPr>
          <p:cNvPicPr>
            <a:picLocks noChangeAspect="1"/>
          </p:cNvPicPr>
          <p:nvPr/>
        </p:nvPicPr>
        <p:blipFill>
          <a:blip r:embed="rId3"/>
          <a:stretch>
            <a:fillRect/>
          </a:stretch>
        </p:blipFill>
        <p:spPr>
          <a:xfrm>
            <a:off x="6755642" y="361246"/>
            <a:ext cx="5199590" cy="3571826"/>
          </a:xfrm>
          <a:prstGeom prst="rect">
            <a:avLst/>
          </a:prstGeom>
        </p:spPr>
      </p:pic>
      <p:pic>
        <p:nvPicPr>
          <p:cNvPr id="13" name="Picture 12" descr="A close-up of a circuit board&#10;&#10;AI-generated content may be incorrect.">
            <a:extLst>
              <a:ext uri="{FF2B5EF4-FFF2-40B4-BE49-F238E27FC236}">
                <a16:creationId xmlns:a16="http://schemas.microsoft.com/office/drawing/2014/main" id="{E91EBF33-CB31-D774-1BC2-58F6C48FAC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7609" y="4077072"/>
            <a:ext cx="3315656" cy="2376264"/>
          </a:xfrm>
          <a:prstGeom prst="rect">
            <a:avLst/>
          </a:prstGeom>
        </p:spPr>
      </p:pic>
    </p:spTree>
    <p:extLst>
      <p:ext uri="{BB962C8B-B14F-4D97-AF65-F5344CB8AC3E}">
        <p14:creationId xmlns:p14="http://schemas.microsoft.com/office/powerpoint/2010/main" val="1100155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5">
            <a:extLst>
              <a:ext uri="{FF2B5EF4-FFF2-40B4-BE49-F238E27FC236}">
                <a16:creationId xmlns:a16="http://schemas.microsoft.com/office/drawing/2014/main" id="{0B9A1BC2-686F-D57B-DA69-24A2D0EE50AC}"/>
              </a:ext>
            </a:extLst>
          </p:cNvPr>
          <p:cNvSpPr txBox="1">
            <a:spLocks/>
          </p:cNvSpPr>
          <p:nvPr/>
        </p:nvSpPr>
        <p:spPr>
          <a:xfrm>
            <a:off x="191344" y="235562"/>
            <a:ext cx="5802039" cy="576040"/>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Thesis Research Objectives</a:t>
            </a:r>
            <a:endParaRPr lang="en-US" sz="3200" dirty="0"/>
          </a:p>
        </p:txBody>
      </p:sp>
      <p:pic>
        <p:nvPicPr>
          <p:cNvPr id="11" name="Picture 10">
            <a:extLst>
              <a:ext uri="{FF2B5EF4-FFF2-40B4-BE49-F238E27FC236}">
                <a16:creationId xmlns:a16="http://schemas.microsoft.com/office/drawing/2014/main" id="{4EE780B9-59AD-39B9-AD54-136A6AA5A981}"/>
              </a:ext>
            </a:extLst>
          </p:cNvPr>
          <p:cNvPicPr>
            <a:picLocks noChangeAspect="1"/>
          </p:cNvPicPr>
          <p:nvPr/>
        </p:nvPicPr>
        <p:blipFill>
          <a:blip r:embed="rId3"/>
          <a:stretch>
            <a:fillRect/>
          </a:stretch>
        </p:blipFill>
        <p:spPr>
          <a:xfrm>
            <a:off x="684203" y="980728"/>
            <a:ext cx="10631248" cy="4824536"/>
          </a:xfrm>
          <a:prstGeom prst="rect">
            <a:avLst/>
          </a:prstGeom>
        </p:spPr>
      </p:pic>
    </p:spTree>
    <p:extLst>
      <p:ext uri="{BB962C8B-B14F-4D97-AF65-F5344CB8AC3E}">
        <p14:creationId xmlns:p14="http://schemas.microsoft.com/office/powerpoint/2010/main" val="3203641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9FE686-30AA-8B30-5060-F39F40232AC1}"/>
              </a:ext>
            </a:extLst>
          </p:cNvPr>
          <p:cNvSpPr>
            <a:spLocks noGrp="1"/>
          </p:cNvSpPr>
          <p:nvPr>
            <p:ph type="dt" sz="half" idx="10"/>
          </p:nvPr>
        </p:nvSpPr>
        <p:spPr/>
        <p:txBody>
          <a:bodyPr/>
          <a:lstStyle/>
          <a:p>
            <a:fld id="{3E4F9076-0E2C-4C6D-AF26-FF2A3EBF853E}" type="datetime4">
              <a:rPr lang="de-DE" smtClean="0"/>
              <a:t>20. November 2025</a:t>
            </a:fld>
            <a:endParaRPr lang="de-DE"/>
          </a:p>
        </p:txBody>
      </p:sp>
      <p:sp>
        <p:nvSpPr>
          <p:cNvPr id="3" name="Footer Placeholder 2">
            <a:extLst>
              <a:ext uri="{FF2B5EF4-FFF2-40B4-BE49-F238E27FC236}">
                <a16:creationId xmlns:a16="http://schemas.microsoft.com/office/drawing/2014/main" id="{9EF63031-B538-1DAB-1A33-EA503465ECAF}"/>
              </a:ext>
            </a:extLst>
          </p:cNvPr>
          <p:cNvSpPr>
            <a:spLocks noGrp="1"/>
          </p:cNvSpPr>
          <p:nvPr>
            <p:ph type="ftr" sz="quarter" idx="11"/>
          </p:nvPr>
        </p:nvSpPr>
        <p:spPr/>
        <p:txBody>
          <a:bodyPr/>
          <a:lstStyle/>
          <a:p>
            <a:r>
              <a:rPr lang="de-DE"/>
              <a:t>Titel der Präsentation</a:t>
            </a:r>
          </a:p>
        </p:txBody>
      </p:sp>
      <p:sp>
        <p:nvSpPr>
          <p:cNvPr id="4" name="Slide Number Placeholder 3">
            <a:extLst>
              <a:ext uri="{FF2B5EF4-FFF2-40B4-BE49-F238E27FC236}">
                <a16:creationId xmlns:a16="http://schemas.microsoft.com/office/drawing/2014/main" id="{55DBEE20-86F6-437C-B463-F672D9662B16}"/>
              </a:ext>
            </a:extLst>
          </p:cNvPr>
          <p:cNvSpPr>
            <a:spLocks noGrp="1"/>
          </p:cNvSpPr>
          <p:nvPr>
            <p:ph type="sldNum" sz="quarter" idx="12"/>
          </p:nvPr>
        </p:nvSpPr>
        <p:spPr/>
        <p:txBody>
          <a:bodyPr/>
          <a:lstStyle/>
          <a:p>
            <a:fld id="{2155E1C8-C15B-4C47-AD9F-B8F50D129449}" type="slidenum">
              <a:rPr lang="de-DE" smtClean="0"/>
              <a:t>6</a:t>
            </a:fld>
            <a:endParaRPr lang="de-DE"/>
          </a:p>
        </p:txBody>
      </p:sp>
      <p:pic>
        <p:nvPicPr>
          <p:cNvPr id="4098" name="Picture 2" descr="TCAD Simulation of Resistive Switching Devices: Impact of ReRAM  Configuration on Neuromorphic Computing">
            <a:extLst>
              <a:ext uri="{FF2B5EF4-FFF2-40B4-BE49-F238E27FC236}">
                <a16:creationId xmlns:a16="http://schemas.microsoft.com/office/drawing/2014/main" id="{8BE73F71-A282-7EC2-4736-72FFB9B01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1650" y="4293096"/>
            <a:ext cx="5050906" cy="248871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screenshot of a computer&#10;&#10;AI-generated content may be incorrect.">
            <a:extLst>
              <a:ext uri="{FF2B5EF4-FFF2-40B4-BE49-F238E27FC236}">
                <a16:creationId xmlns:a16="http://schemas.microsoft.com/office/drawing/2014/main" id="{9E2A0C90-A78D-2F7A-6D5D-20977DD75A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693" y="19452"/>
            <a:ext cx="11260613" cy="3866658"/>
          </a:xfrm>
          <a:prstGeom prst="rect">
            <a:avLst/>
          </a:prstGeom>
        </p:spPr>
      </p:pic>
      <p:sp>
        <p:nvSpPr>
          <p:cNvPr id="7" name="Titel 15">
            <a:extLst>
              <a:ext uri="{FF2B5EF4-FFF2-40B4-BE49-F238E27FC236}">
                <a16:creationId xmlns:a16="http://schemas.microsoft.com/office/drawing/2014/main" id="{6F72FE58-4B6B-D1D8-39FC-EB13606CFA29}"/>
              </a:ext>
            </a:extLst>
          </p:cNvPr>
          <p:cNvSpPr txBox="1">
            <a:spLocks/>
          </p:cNvSpPr>
          <p:nvPr/>
        </p:nvSpPr>
        <p:spPr>
          <a:xfrm>
            <a:off x="191344" y="235562"/>
            <a:ext cx="5904656" cy="745166"/>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ReRAM Properties and working</a:t>
            </a:r>
            <a:endParaRPr lang="en-US" sz="3200" dirty="0"/>
          </a:p>
        </p:txBody>
      </p:sp>
      <p:pic>
        <p:nvPicPr>
          <p:cNvPr id="9" name="Picture 8">
            <a:extLst>
              <a:ext uri="{FF2B5EF4-FFF2-40B4-BE49-F238E27FC236}">
                <a16:creationId xmlns:a16="http://schemas.microsoft.com/office/drawing/2014/main" id="{2147DACF-0280-E968-07F8-97798973683B}"/>
              </a:ext>
            </a:extLst>
          </p:cNvPr>
          <p:cNvPicPr>
            <a:picLocks noChangeAspect="1"/>
          </p:cNvPicPr>
          <p:nvPr/>
        </p:nvPicPr>
        <p:blipFill>
          <a:blip r:embed="rId5"/>
          <a:stretch>
            <a:fillRect/>
          </a:stretch>
        </p:blipFill>
        <p:spPr>
          <a:xfrm>
            <a:off x="524292" y="3134786"/>
            <a:ext cx="6186547" cy="3647029"/>
          </a:xfrm>
          <a:prstGeom prst="rect">
            <a:avLst/>
          </a:prstGeom>
        </p:spPr>
      </p:pic>
    </p:spTree>
    <p:extLst>
      <p:ext uri="{BB962C8B-B14F-4D97-AF65-F5344CB8AC3E}">
        <p14:creationId xmlns:p14="http://schemas.microsoft.com/office/powerpoint/2010/main" val="1123548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4BA0C4-AB4A-F680-4B6D-17E1806E95DF}"/>
              </a:ext>
            </a:extLst>
          </p:cNvPr>
          <p:cNvSpPr>
            <a:spLocks noGrp="1"/>
          </p:cNvSpPr>
          <p:nvPr>
            <p:ph type="dt" sz="half" idx="10"/>
          </p:nvPr>
        </p:nvSpPr>
        <p:spPr/>
        <p:txBody>
          <a:bodyPr/>
          <a:lstStyle/>
          <a:p>
            <a:fld id="{3E4F9076-0E2C-4C6D-AF26-FF2A3EBF853E}" type="datetime4">
              <a:rPr lang="de-DE" smtClean="0"/>
              <a:t>20. November 2025</a:t>
            </a:fld>
            <a:endParaRPr lang="de-DE"/>
          </a:p>
        </p:txBody>
      </p:sp>
      <p:sp>
        <p:nvSpPr>
          <p:cNvPr id="3" name="Footer Placeholder 2">
            <a:extLst>
              <a:ext uri="{FF2B5EF4-FFF2-40B4-BE49-F238E27FC236}">
                <a16:creationId xmlns:a16="http://schemas.microsoft.com/office/drawing/2014/main" id="{ACEC65D5-3D84-81E7-CDE9-0AD9CE5220D9}"/>
              </a:ext>
            </a:extLst>
          </p:cNvPr>
          <p:cNvSpPr>
            <a:spLocks noGrp="1"/>
          </p:cNvSpPr>
          <p:nvPr>
            <p:ph type="ftr" sz="quarter" idx="11"/>
          </p:nvPr>
        </p:nvSpPr>
        <p:spPr/>
        <p:txBody>
          <a:bodyPr/>
          <a:lstStyle/>
          <a:p>
            <a:r>
              <a:rPr lang="de-DE"/>
              <a:t>Titel der Präsentation</a:t>
            </a:r>
          </a:p>
        </p:txBody>
      </p:sp>
      <p:sp>
        <p:nvSpPr>
          <p:cNvPr id="4" name="Slide Number Placeholder 3">
            <a:extLst>
              <a:ext uri="{FF2B5EF4-FFF2-40B4-BE49-F238E27FC236}">
                <a16:creationId xmlns:a16="http://schemas.microsoft.com/office/drawing/2014/main" id="{2FD6C2A6-EB36-5BB4-9C45-3F3EE916EAC5}"/>
              </a:ext>
            </a:extLst>
          </p:cNvPr>
          <p:cNvSpPr>
            <a:spLocks noGrp="1"/>
          </p:cNvSpPr>
          <p:nvPr>
            <p:ph type="sldNum" sz="quarter" idx="12"/>
          </p:nvPr>
        </p:nvSpPr>
        <p:spPr/>
        <p:txBody>
          <a:bodyPr/>
          <a:lstStyle/>
          <a:p>
            <a:fld id="{2155E1C8-C15B-4C47-AD9F-B8F50D129449}" type="slidenum">
              <a:rPr lang="de-DE" smtClean="0"/>
              <a:t>7</a:t>
            </a:fld>
            <a:endParaRPr lang="de-DE"/>
          </a:p>
        </p:txBody>
      </p:sp>
      <p:sp>
        <p:nvSpPr>
          <p:cNvPr id="5" name="Titel 15">
            <a:extLst>
              <a:ext uri="{FF2B5EF4-FFF2-40B4-BE49-F238E27FC236}">
                <a16:creationId xmlns:a16="http://schemas.microsoft.com/office/drawing/2014/main" id="{C0BDB33B-D562-8BAC-1814-5797CCB22EF7}"/>
              </a:ext>
            </a:extLst>
          </p:cNvPr>
          <p:cNvSpPr txBox="1">
            <a:spLocks/>
          </p:cNvSpPr>
          <p:nvPr/>
        </p:nvSpPr>
        <p:spPr>
          <a:xfrm>
            <a:off x="191344" y="235562"/>
            <a:ext cx="10873208" cy="745166"/>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ReRAM Behavioural Modelling Strategy and Scaling Parameters</a:t>
            </a:r>
            <a:endParaRPr lang="en-US" sz="3200" dirty="0"/>
          </a:p>
        </p:txBody>
      </p:sp>
      <p:pic>
        <p:nvPicPr>
          <p:cNvPr id="7" name="Picture 6">
            <a:extLst>
              <a:ext uri="{FF2B5EF4-FFF2-40B4-BE49-F238E27FC236}">
                <a16:creationId xmlns:a16="http://schemas.microsoft.com/office/drawing/2014/main" id="{390E84DD-11A6-4243-E883-44A0C5AFE7E7}"/>
              </a:ext>
            </a:extLst>
          </p:cNvPr>
          <p:cNvPicPr>
            <a:picLocks noChangeAspect="1"/>
          </p:cNvPicPr>
          <p:nvPr/>
        </p:nvPicPr>
        <p:blipFill>
          <a:blip r:embed="rId3"/>
          <a:stretch>
            <a:fillRect/>
          </a:stretch>
        </p:blipFill>
        <p:spPr>
          <a:xfrm>
            <a:off x="191344" y="781935"/>
            <a:ext cx="7604292" cy="2520280"/>
          </a:xfrm>
          <a:prstGeom prst="rect">
            <a:avLst/>
          </a:prstGeom>
        </p:spPr>
      </p:pic>
      <p:pic>
        <p:nvPicPr>
          <p:cNvPr id="9" name="Picture 8">
            <a:extLst>
              <a:ext uri="{FF2B5EF4-FFF2-40B4-BE49-F238E27FC236}">
                <a16:creationId xmlns:a16="http://schemas.microsoft.com/office/drawing/2014/main" id="{AEBCF584-34B8-83B1-A43F-C5428C653D33}"/>
              </a:ext>
            </a:extLst>
          </p:cNvPr>
          <p:cNvPicPr>
            <a:picLocks noChangeAspect="1"/>
          </p:cNvPicPr>
          <p:nvPr/>
        </p:nvPicPr>
        <p:blipFill>
          <a:blip r:embed="rId4"/>
          <a:stretch>
            <a:fillRect/>
          </a:stretch>
        </p:blipFill>
        <p:spPr>
          <a:xfrm>
            <a:off x="4871864" y="3429000"/>
            <a:ext cx="7058000" cy="3267905"/>
          </a:xfrm>
          <a:prstGeom prst="rect">
            <a:avLst/>
          </a:prstGeom>
        </p:spPr>
      </p:pic>
    </p:spTree>
    <p:extLst>
      <p:ext uri="{BB962C8B-B14F-4D97-AF65-F5344CB8AC3E}">
        <p14:creationId xmlns:p14="http://schemas.microsoft.com/office/powerpoint/2010/main" val="4279559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5">
            <a:extLst>
              <a:ext uri="{FF2B5EF4-FFF2-40B4-BE49-F238E27FC236}">
                <a16:creationId xmlns:a16="http://schemas.microsoft.com/office/drawing/2014/main" id="{CC8F82C0-272A-D2C2-17FE-6A44E6AA41EE}"/>
              </a:ext>
            </a:extLst>
          </p:cNvPr>
          <p:cNvSpPr txBox="1">
            <a:spLocks/>
          </p:cNvSpPr>
          <p:nvPr/>
        </p:nvSpPr>
        <p:spPr>
          <a:xfrm>
            <a:off x="199004" y="193284"/>
            <a:ext cx="7704856" cy="745166"/>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Implementation - System Architecture Overview </a:t>
            </a:r>
            <a:endParaRPr lang="en-US" sz="3200" dirty="0"/>
          </a:p>
        </p:txBody>
      </p:sp>
      <p:pic>
        <p:nvPicPr>
          <p:cNvPr id="7" name="Picture 6" descr="A diagram of a computer&#10;&#10;AI-generated content may be incorrect.">
            <a:extLst>
              <a:ext uri="{FF2B5EF4-FFF2-40B4-BE49-F238E27FC236}">
                <a16:creationId xmlns:a16="http://schemas.microsoft.com/office/drawing/2014/main" id="{42B30D73-705F-B4FA-3609-2AF139B759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850" y="1172507"/>
            <a:ext cx="6840760" cy="3158896"/>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B0951387-113A-FA8C-C185-375C14F0E6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170" y="4331403"/>
            <a:ext cx="11665296" cy="1642122"/>
          </a:xfrm>
          <a:prstGeom prst="rect">
            <a:avLst/>
          </a:prstGeom>
        </p:spPr>
      </p:pic>
      <p:pic>
        <p:nvPicPr>
          <p:cNvPr id="15" name="Picture 14" descr="A screenshot of a diagram&#10;&#10;AI-generated content may be incorrect.">
            <a:extLst>
              <a:ext uri="{FF2B5EF4-FFF2-40B4-BE49-F238E27FC236}">
                <a16:creationId xmlns:a16="http://schemas.microsoft.com/office/drawing/2014/main" id="{4F9DD2E8-DAB0-47A0-C566-D54E52A23E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12224" y="235562"/>
            <a:ext cx="2952568" cy="4013122"/>
          </a:xfrm>
          <a:prstGeom prst="rect">
            <a:avLst/>
          </a:prstGeom>
        </p:spPr>
      </p:pic>
    </p:spTree>
    <p:extLst>
      <p:ext uri="{BB962C8B-B14F-4D97-AF65-F5344CB8AC3E}">
        <p14:creationId xmlns:p14="http://schemas.microsoft.com/office/powerpoint/2010/main" val="2791112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803911-D3A1-3E1D-6037-8ABDF7C2033A}"/>
              </a:ext>
            </a:extLst>
          </p:cNvPr>
          <p:cNvSpPr>
            <a:spLocks noGrp="1"/>
          </p:cNvSpPr>
          <p:nvPr>
            <p:ph type="dt" sz="half" idx="10"/>
          </p:nvPr>
        </p:nvSpPr>
        <p:spPr/>
        <p:txBody>
          <a:bodyPr/>
          <a:lstStyle/>
          <a:p>
            <a:fld id="{3E4F9076-0E2C-4C6D-AF26-FF2A3EBF853E}" type="datetime4">
              <a:rPr lang="de-DE" smtClean="0"/>
              <a:t>20. November 2025</a:t>
            </a:fld>
            <a:endParaRPr lang="de-DE"/>
          </a:p>
        </p:txBody>
      </p:sp>
      <p:sp>
        <p:nvSpPr>
          <p:cNvPr id="3" name="Footer Placeholder 2">
            <a:extLst>
              <a:ext uri="{FF2B5EF4-FFF2-40B4-BE49-F238E27FC236}">
                <a16:creationId xmlns:a16="http://schemas.microsoft.com/office/drawing/2014/main" id="{3A475FE9-B393-228F-1572-12F0759A9AF5}"/>
              </a:ext>
            </a:extLst>
          </p:cNvPr>
          <p:cNvSpPr>
            <a:spLocks noGrp="1"/>
          </p:cNvSpPr>
          <p:nvPr>
            <p:ph type="ftr" sz="quarter" idx="11"/>
          </p:nvPr>
        </p:nvSpPr>
        <p:spPr/>
        <p:txBody>
          <a:bodyPr/>
          <a:lstStyle/>
          <a:p>
            <a:r>
              <a:rPr lang="de-DE"/>
              <a:t>Titel der Präsentation</a:t>
            </a:r>
          </a:p>
        </p:txBody>
      </p:sp>
      <p:sp>
        <p:nvSpPr>
          <p:cNvPr id="4" name="Slide Number Placeholder 3">
            <a:extLst>
              <a:ext uri="{FF2B5EF4-FFF2-40B4-BE49-F238E27FC236}">
                <a16:creationId xmlns:a16="http://schemas.microsoft.com/office/drawing/2014/main" id="{BE229750-3591-23A4-1C67-B3D7AF795EE9}"/>
              </a:ext>
            </a:extLst>
          </p:cNvPr>
          <p:cNvSpPr>
            <a:spLocks noGrp="1"/>
          </p:cNvSpPr>
          <p:nvPr>
            <p:ph type="sldNum" sz="quarter" idx="12"/>
          </p:nvPr>
        </p:nvSpPr>
        <p:spPr/>
        <p:txBody>
          <a:bodyPr/>
          <a:lstStyle/>
          <a:p>
            <a:fld id="{2155E1C8-C15B-4C47-AD9F-B8F50D129449}" type="slidenum">
              <a:rPr lang="de-DE" smtClean="0"/>
              <a:t>9</a:t>
            </a:fld>
            <a:endParaRPr lang="de-DE"/>
          </a:p>
        </p:txBody>
      </p:sp>
      <p:pic>
        <p:nvPicPr>
          <p:cNvPr id="6" name="Picture 5" descr="A diagram of a software system&#10;&#10;AI-generated content may be incorrect.">
            <a:extLst>
              <a:ext uri="{FF2B5EF4-FFF2-40B4-BE49-F238E27FC236}">
                <a16:creationId xmlns:a16="http://schemas.microsoft.com/office/drawing/2014/main" id="{AB48B249-B361-5D45-6932-E3ADC8B0EC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3593" y="14848"/>
            <a:ext cx="7088407" cy="6858000"/>
          </a:xfrm>
          <a:prstGeom prst="rect">
            <a:avLst/>
          </a:prstGeom>
        </p:spPr>
      </p:pic>
      <p:sp>
        <p:nvSpPr>
          <p:cNvPr id="7" name="Titel 15">
            <a:extLst>
              <a:ext uri="{FF2B5EF4-FFF2-40B4-BE49-F238E27FC236}">
                <a16:creationId xmlns:a16="http://schemas.microsoft.com/office/drawing/2014/main" id="{1D3DA5D7-9E62-5200-89B6-0D0F065B0CFC}"/>
              </a:ext>
            </a:extLst>
          </p:cNvPr>
          <p:cNvSpPr txBox="1">
            <a:spLocks/>
          </p:cNvSpPr>
          <p:nvPr/>
        </p:nvSpPr>
        <p:spPr>
          <a:xfrm>
            <a:off x="199004" y="193284"/>
            <a:ext cx="7704856" cy="745166"/>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Implementation - </a:t>
            </a:r>
            <a:r>
              <a:rPr lang="en-US" sz="3200" dirty="0"/>
              <a:t>Layer 0 - The ReRAM Cell</a:t>
            </a:r>
          </a:p>
        </p:txBody>
      </p:sp>
      <p:sp>
        <p:nvSpPr>
          <p:cNvPr id="8" name="Rectangle 2">
            <a:extLst>
              <a:ext uri="{FF2B5EF4-FFF2-40B4-BE49-F238E27FC236}">
                <a16:creationId xmlns:a16="http://schemas.microsoft.com/office/drawing/2014/main" id="{76A5AE0C-A31A-A2FA-B210-D2B6B2774DBF}"/>
              </a:ext>
            </a:extLst>
          </p:cNvPr>
          <p:cNvSpPr>
            <a:spLocks noChangeArrowheads="1"/>
          </p:cNvSpPr>
          <p:nvPr/>
        </p:nvSpPr>
        <p:spPr bwMode="auto">
          <a:xfrm>
            <a:off x="211572" y="3663014"/>
            <a:ext cx="66029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EADB3DBF-4BF7-F073-7422-DA9D685795F5}"/>
              </a:ext>
            </a:extLst>
          </p:cNvPr>
          <p:cNvSpPr>
            <a:spLocks noChangeArrowheads="1"/>
          </p:cNvSpPr>
          <p:nvPr/>
        </p:nvSpPr>
        <p:spPr bwMode="auto">
          <a:xfrm>
            <a:off x="169710" y="1170026"/>
            <a:ext cx="490458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dirty="0"/>
              <a:t>This is the atomic unit. It blocks operations until the simulated "physical delay" is over.</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Logic:</a:t>
            </a:r>
            <a:r>
              <a:rPr kumimoji="0" lang="en-US" altLang="en-US" sz="1800" b="0" i="0" u="none" strike="noStrike" cap="none" normalizeH="0" baseline="0" dirty="0">
                <a:ln>
                  <a:noFill/>
                </a:ln>
                <a:solidFill>
                  <a:schemeClr val="tx1"/>
                </a:solidFill>
                <a:effectLst/>
                <a:latin typeface="Arial" panose="020B0604020202020204" pitchFamily="34" charset="0"/>
              </a:rPr>
              <a:t> FSM with states (IDLE, READING, WRITING_SET, WRITING_RESET).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Features:</a:t>
            </a:r>
            <a:r>
              <a:rPr kumimoji="0" lang="en-US" altLang="en-US" sz="1800" b="0" i="0" u="none" strike="noStrike" cap="none" normalizeH="0" baseline="0" dirty="0">
                <a:ln>
                  <a:noFill/>
                </a:ln>
                <a:solidFill>
                  <a:schemeClr val="tx1"/>
                </a:solidFill>
                <a:effectLst/>
                <a:latin typeface="Arial" panose="020B0604020202020204" pitchFamily="34" charset="0"/>
              </a:rPr>
              <a:t> Internal delay counter and Endurance counter.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Output:</a:t>
            </a:r>
            <a:r>
              <a:rPr kumimoji="0" lang="en-US" altLang="en-US" sz="1800" b="0" i="0" u="none" strike="noStrike" cap="none" normalizeH="0" baseline="0" dirty="0">
                <a:ln>
                  <a:noFill/>
                </a:ln>
                <a:solidFill>
                  <a:schemeClr val="tx1"/>
                </a:solidFill>
                <a:effectLst/>
                <a:latin typeface="Arial" panose="020B0604020202020204" pitchFamily="34" charset="0"/>
              </a:rPr>
              <a:t> Data + Busy Flag + Error Flag (if worn out).</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p:txBody>
      </p:sp>
    </p:spTree>
    <p:extLst>
      <p:ext uri="{BB962C8B-B14F-4D97-AF65-F5344CB8AC3E}">
        <p14:creationId xmlns:p14="http://schemas.microsoft.com/office/powerpoint/2010/main" val="154663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software company&#10;&#10;AI-generated content may be incorrect.">
            <a:extLst>
              <a:ext uri="{FF2B5EF4-FFF2-40B4-BE49-F238E27FC236}">
                <a16:creationId xmlns:a16="http://schemas.microsoft.com/office/drawing/2014/main" id="{E0D17FF5-4D33-F819-1E75-B88B81024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225" y="639508"/>
            <a:ext cx="3685964" cy="5309772"/>
          </a:xfrm>
          <a:prstGeom prst="rect">
            <a:avLst/>
          </a:prstGeom>
        </p:spPr>
      </p:pic>
      <p:sp>
        <p:nvSpPr>
          <p:cNvPr id="7" name="Titel 15">
            <a:extLst>
              <a:ext uri="{FF2B5EF4-FFF2-40B4-BE49-F238E27FC236}">
                <a16:creationId xmlns:a16="http://schemas.microsoft.com/office/drawing/2014/main" id="{E0AE94B6-ACF5-2FF5-0B0F-C657259DABBE}"/>
              </a:ext>
            </a:extLst>
          </p:cNvPr>
          <p:cNvSpPr txBox="1">
            <a:spLocks/>
          </p:cNvSpPr>
          <p:nvPr/>
        </p:nvSpPr>
        <p:spPr>
          <a:xfrm>
            <a:off x="199004" y="193284"/>
            <a:ext cx="10145468" cy="745166"/>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Implementation - </a:t>
            </a:r>
            <a:r>
              <a:rPr lang="en-US" sz="3200" dirty="0"/>
              <a:t>Layer 1 &amp; 2 - Word Array &amp; Controller</a:t>
            </a:r>
          </a:p>
        </p:txBody>
      </p:sp>
      <p:pic>
        <p:nvPicPr>
          <p:cNvPr id="9" name="Picture 8" descr="A diagram of a software flowchart&#10;&#10;AI-generated content may be incorrect.">
            <a:extLst>
              <a:ext uri="{FF2B5EF4-FFF2-40B4-BE49-F238E27FC236}">
                <a16:creationId xmlns:a16="http://schemas.microsoft.com/office/drawing/2014/main" id="{3F453B6D-9D3A-29E4-98CC-B5E991D0B8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7189" y="1052752"/>
            <a:ext cx="4646513" cy="4896528"/>
          </a:xfrm>
          <a:prstGeom prst="rect">
            <a:avLst/>
          </a:prstGeom>
        </p:spPr>
      </p:pic>
      <p:sp>
        <p:nvSpPr>
          <p:cNvPr id="12" name="Rectangle 2">
            <a:extLst>
              <a:ext uri="{FF2B5EF4-FFF2-40B4-BE49-F238E27FC236}">
                <a16:creationId xmlns:a16="http://schemas.microsoft.com/office/drawing/2014/main" id="{A685E6A7-171B-A43E-FB78-776273F504DE}"/>
              </a:ext>
            </a:extLst>
          </p:cNvPr>
          <p:cNvSpPr>
            <a:spLocks noChangeArrowheads="1"/>
          </p:cNvSpPr>
          <p:nvPr/>
        </p:nvSpPr>
        <p:spPr bwMode="auto">
          <a:xfrm>
            <a:off x="8760296" y="1196752"/>
            <a:ext cx="343170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How we scale from a single bit to a memory bank…</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L1 (Word):</a:t>
            </a:r>
            <a:r>
              <a:rPr kumimoji="0" lang="en-US" altLang="en-US" sz="1800" b="0" i="0" u="none" strike="noStrike" cap="none" normalizeH="0" baseline="0" dirty="0">
                <a:ln>
                  <a:noFill/>
                </a:ln>
                <a:solidFill>
                  <a:schemeClr val="tx1"/>
                </a:solidFill>
                <a:effectLst/>
                <a:latin typeface="Arial" panose="020B0604020202020204" pitchFamily="34" charset="0"/>
              </a:rPr>
              <a:t> Parallel instance of cells (e.g., 32-bit word).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L2 (Controller):</a:t>
            </a:r>
            <a:r>
              <a:rPr kumimoji="0" lang="en-US" altLang="en-US" sz="1800" b="0" i="0" u="none" strike="noStrike" cap="none" normalizeH="0" baseline="0" dirty="0">
                <a:ln>
                  <a:noFill/>
                </a:ln>
                <a:solidFill>
                  <a:schemeClr val="tx1"/>
                </a:solidFill>
                <a:effectLst/>
                <a:latin typeface="Arial" panose="020B0604020202020204" pitchFamily="34" charset="0"/>
              </a:rPr>
              <a:t> Address decoding logic.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Blocking Interface:</a:t>
            </a:r>
            <a:r>
              <a:rPr kumimoji="0" lang="en-US" altLang="en-US" sz="1800" b="0" i="0" u="none" strike="noStrike" cap="none" normalizeH="0" baseline="0" dirty="0">
                <a:ln>
                  <a:noFill/>
                </a:ln>
                <a:solidFill>
                  <a:schemeClr val="tx1"/>
                </a:solidFill>
                <a:effectLst/>
                <a:latin typeface="Arial" panose="020B0604020202020204" pitchFamily="34" charset="0"/>
              </a:rPr>
              <a:t> The controller holds the "Busy" signal high until the ReRAM cells finish switching.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B6A803B-7E6C-54B2-B904-2EAA5F2D8364}"/>
              </a:ext>
            </a:extLst>
          </p:cNvPr>
          <p:cNvSpPr txBox="1"/>
          <p:nvPr/>
        </p:nvSpPr>
        <p:spPr>
          <a:xfrm>
            <a:off x="1559496" y="6033826"/>
            <a:ext cx="1252843" cy="369332"/>
          </a:xfrm>
          <a:prstGeom prst="rect">
            <a:avLst/>
          </a:prstGeom>
          <a:noFill/>
        </p:spPr>
        <p:txBody>
          <a:bodyPr wrap="none" rtlCol="0">
            <a:spAutoFit/>
          </a:bodyPr>
          <a:lstStyle/>
          <a:p>
            <a:r>
              <a:rPr lang="en-US" dirty="0"/>
              <a:t>Word Array</a:t>
            </a:r>
            <a:endParaRPr lang="en-IN" dirty="0"/>
          </a:p>
        </p:txBody>
      </p:sp>
      <p:sp>
        <p:nvSpPr>
          <p:cNvPr id="14" name="TextBox 13">
            <a:extLst>
              <a:ext uri="{FF2B5EF4-FFF2-40B4-BE49-F238E27FC236}">
                <a16:creationId xmlns:a16="http://schemas.microsoft.com/office/drawing/2014/main" id="{A56B1014-2BA5-F4C9-FA04-998B0C7DF452}"/>
              </a:ext>
            </a:extLst>
          </p:cNvPr>
          <p:cNvSpPr txBox="1"/>
          <p:nvPr/>
        </p:nvSpPr>
        <p:spPr>
          <a:xfrm>
            <a:off x="5532897" y="6063582"/>
            <a:ext cx="1126206" cy="369332"/>
          </a:xfrm>
          <a:prstGeom prst="rect">
            <a:avLst/>
          </a:prstGeom>
          <a:noFill/>
        </p:spPr>
        <p:txBody>
          <a:bodyPr wrap="none" rtlCol="0">
            <a:spAutoFit/>
          </a:bodyPr>
          <a:lstStyle/>
          <a:p>
            <a:r>
              <a:rPr lang="en-US" dirty="0"/>
              <a:t>Controller</a:t>
            </a:r>
            <a:endParaRPr lang="en-IN" dirty="0"/>
          </a:p>
        </p:txBody>
      </p:sp>
    </p:spTree>
    <p:extLst>
      <p:ext uri="{BB962C8B-B14F-4D97-AF65-F5344CB8AC3E}">
        <p14:creationId xmlns:p14="http://schemas.microsoft.com/office/powerpoint/2010/main" val="746629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265E3C-7935-7376-ABB7-0BC3E5BFD82A}"/>
              </a:ext>
            </a:extLst>
          </p:cNvPr>
          <p:cNvSpPr>
            <a:spLocks noGrp="1"/>
          </p:cNvSpPr>
          <p:nvPr>
            <p:ph type="dt" sz="half" idx="10"/>
          </p:nvPr>
        </p:nvSpPr>
        <p:spPr/>
        <p:txBody>
          <a:bodyPr/>
          <a:lstStyle/>
          <a:p>
            <a:fld id="{3E4F9076-0E2C-4C6D-AF26-FF2A3EBF853E}" type="datetime4">
              <a:rPr lang="de-DE" smtClean="0"/>
              <a:t>20. November 2025</a:t>
            </a:fld>
            <a:endParaRPr lang="de-DE"/>
          </a:p>
        </p:txBody>
      </p:sp>
      <p:sp>
        <p:nvSpPr>
          <p:cNvPr id="3" name="Footer Placeholder 2">
            <a:extLst>
              <a:ext uri="{FF2B5EF4-FFF2-40B4-BE49-F238E27FC236}">
                <a16:creationId xmlns:a16="http://schemas.microsoft.com/office/drawing/2014/main" id="{63AAC423-6F24-7FC7-734F-6E20F3C6BB7B}"/>
              </a:ext>
            </a:extLst>
          </p:cNvPr>
          <p:cNvSpPr>
            <a:spLocks noGrp="1"/>
          </p:cNvSpPr>
          <p:nvPr>
            <p:ph type="ftr" sz="quarter" idx="11"/>
          </p:nvPr>
        </p:nvSpPr>
        <p:spPr/>
        <p:txBody>
          <a:bodyPr/>
          <a:lstStyle/>
          <a:p>
            <a:r>
              <a:rPr lang="de-DE"/>
              <a:t>Titel der Präsentation</a:t>
            </a:r>
          </a:p>
        </p:txBody>
      </p:sp>
      <p:sp>
        <p:nvSpPr>
          <p:cNvPr id="4" name="Slide Number Placeholder 3">
            <a:extLst>
              <a:ext uri="{FF2B5EF4-FFF2-40B4-BE49-F238E27FC236}">
                <a16:creationId xmlns:a16="http://schemas.microsoft.com/office/drawing/2014/main" id="{D72C1FA7-14A2-2155-2820-50C723F99BA2}"/>
              </a:ext>
            </a:extLst>
          </p:cNvPr>
          <p:cNvSpPr>
            <a:spLocks noGrp="1"/>
          </p:cNvSpPr>
          <p:nvPr>
            <p:ph type="sldNum" sz="quarter" idx="12"/>
          </p:nvPr>
        </p:nvSpPr>
        <p:spPr/>
        <p:txBody>
          <a:bodyPr/>
          <a:lstStyle/>
          <a:p>
            <a:fld id="{2155E1C8-C15B-4C47-AD9F-B8F50D129449}" type="slidenum">
              <a:rPr lang="de-DE" smtClean="0"/>
              <a:t>11</a:t>
            </a:fld>
            <a:endParaRPr lang="de-DE"/>
          </a:p>
        </p:txBody>
      </p:sp>
      <p:sp>
        <p:nvSpPr>
          <p:cNvPr id="5" name="Titel 15">
            <a:extLst>
              <a:ext uri="{FF2B5EF4-FFF2-40B4-BE49-F238E27FC236}">
                <a16:creationId xmlns:a16="http://schemas.microsoft.com/office/drawing/2014/main" id="{B84CCDD4-86BF-9198-0C8E-18C514C27FE4}"/>
              </a:ext>
            </a:extLst>
          </p:cNvPr>
          <p:cNvSpPr txBox="1">
            <a:spLocks/>
          </p:cNvSpPr>
          <p:nvPr/>
        </p:nvSpPr>
        <p:spPr>
          <a:xfrm>
            <a:off x="199004" y="193284"/>
            <a:ext cx="10145468" cy="745166"/>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Implementation - </a:t>
            </a:r>
            <a:r>
              <a:rPr lang="en-US" sz="3200" dirty="0"/>
              <a:t>Layer 3 - The AXI-Lite Wrapper</a:t>
            </a:r>
          </a:p>
        </p:txBody>
      </p:sp>
      <p:pic>
        <p:nvPicPr>
          <p:cNvPr id="7" name="Picture 6" descr="A diagram of a computer&#10;&#10;AI-generated content may be incorrect.">
            <a:extLst>
              <a:ext uri="{FF2B5EF4-FFF2-40B4-BE49-F238E27FC236}">
                <a16:creationId xmlns:a16="http://schemas.microsoft.com/office/drawing/2014/main" id="{61A786A0-58BE-DDFC-D5AF-B3EDDBE5E7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2850" y="677130"/>
            <a:ext cx="7499930" cy="6037526"/>
          </a:xfrm>
          <a:prstGeom prst="rect">
            <a:avLst/>
          </a:prstGeom>
        </p:spPr>
      </p:pic>
      <p:sp>
        <p:nvSpPr>
          <p:cNvPr id="8" name="Rectangle 1">
            <a:extLst>
              <a:ext uri="{FF2B5EF4-FFF2-40B4-BE49-F238E27FC236}">
                <a16:creationId xmlns:a16="http://schemas.microsoft.com/office/drawing/2014/main" id="{9607EB31-B765-C276-1D9C-2625408D30FB}"/>
              </a:ext>
            </a:extLst>
          </p:cNvPr>
          <p:cNvSpPr>
            <a:spLocks noChangeArrowheads="1"/>
          </p:cNvSpPr>
          <p:nvPr/>
        </p:nvSpPr>
        <p:spPr bwMode="auto">
          <a:xfrm>
            <a:off x="179220" y="1846022"/>
            <a:ext cx="447662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This is critical for system integration. It makes the ReRAM look like standard memory to the processor, but with realistic delays.</a:t>
            </a:r>
          </a:p>
          <a:p>
            <a:pPr lvl="0" eaLnBrk="0" fontAlgn="base" hangingPunct="0">
              <a:spcBef>
                <a:spcPct val="0"/>
              </a:spcBef>
              <a:spcAft>
                <a:spcPct val="0"/>
              </a:spcAf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Function:</a:t>
            </a:r>
            <a:r>
              <a:rPr kumimoji="0" lang="en-US" altLang="en-US" sz="1800" b="0" i="0" u="none" strike="noStrike" cap="none" normalizeH="0" baseline="0" dirty="0">
                <a:ln>
                  <a:noFill/>
                </a:ln>
                <a:solidFill>
                  <a:schemeClr val="tx1"/>
                </a:solidFill>
                <a:effectLst/>
                <a:latin typeface="Arial" panose="020B0604020202020204" pitchFamily="34" charset="0"/>
              </a:rPr>
              <a:t> Translates CPU instructions to ReRAM signals.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Memory Map:</a:t>
            </a:r>
            <a:r>
              <a:rPr kumimoji="0" lang="en-US" altLang="en-US" sz="1800" b="0" i="0" u="none" strike="noStrike" cap="none" normalizeH="0" baseline="0" dirty="0">
                <a:ln>
                  <a:noFill/>
                </a:ln>
                <a:solidFill>
                  <a:schemeClr val="tx1"/>
                </a:solidFill>
                <a:effectLst/>
                <a:latin typeface="Arial" panose="020B0604020202020204" pitchFamily="34" charset="0"/>
              </a:rPr>
              <a:t> Separation of Memory Space vs. Register Space (Status/Endurance).</a:t>
            </a:r>
          </a:p>
        </p:txBody>
      </p:sp>
    </p:spTree>
    <p:extLst>
      <p:ext uri="{BB962C8B-B14F-4D97-AF65-F5344CB8AC3E}">
        <p14:creationId xmlns:p14="http://schemas.microsoft.com/office/powerpoint/2010/main" val="2435167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5">
            <a:extLst>
              <a:ext uri="{FF2B5EF4-FFF2-40B4-BE49-F238E27FC236}">
                <a16:creationId xmlns:a16="http://schemas.microsoft.com/office/drawing/2014/main" id="{4A3B7F40-EBF0-C922-72D6-036D2C1E4885}"/>
              </a:ext>
            </a:extLst>
          </p:cNvPr>
          <p:cNvSpPr txBox="1">
            <a:spLocks/>
          </p:cNvSpPr>
          <p:nvPr/>
        </p:nvSpPr>
        <p:spPr>
          <a:xfrm>
            <a:off x="199004" y="193284"/>
            <a:ext cx="9641412" cy="787444"/>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Results &amp; Validation – It works in simulation!!!</a:t>
            </a:r>
            <a:endParaRPr lang="en-US" sz="3200" dirty="0"/>
          </a:p>
        </p:txBody>
      </p:sp>
      <p:pic>
        <p:nvPicPr>
          <p:cNvPr id="8" name="Picture 7" descr="A screenshot of a computer&#10;&#10;AI-generated content may be incorrect.">
            <a:extLst>
              <a:ext uri="{FF2B5EF4-FFF2-40B4-BE49-F238E27FC236}">
                <a16:creationId xmlns:a16="http://schemas.microsoft.com/office/drawing/2014/main" id="{989ED7AD-3D05-6DE6-4141-5076150C1D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0582" y="869792"/>
            <a:ext cx="8832082" cy="4575431"/>
          </a:xfrm>
          <a:prstGeom prst="rect">
            <a:avLst/>
          </a:prstGeom>
        </p:spPr>
      </p:pic>
      <p:sp>
        <p:nvSpPr>
          <p:cNvPr id="10" name="TextBox 9">
            <a:extLst>
              <a:ext uri="{FF2B5EF4-FFF2-40B4-BE49-F238E27FC236}">
                <a16:creationId xmlns:a16="http://schemas.microsoft.com/office/drawing/2014/main" id="{02E3F271-8CAF-3598-0D7F-3243A0498A01}"/>
              </a:ext>
            </a:extLst>
          </p:cNvPr>
          <p:cNvSpPr txBox="1"/>
          <p:nvPr/>
        </p:nvSpPr>
        <p:spPr>
          <a:xfrm>
            <a:off x="199004" y="1038990"/>
            <a:ext cx="2872660" cy="4524315"/>
          </a:xfrm>
          <a:prstGeom prst="rect">
            <a:avLst/>
          </a:prstGeom>
          <a:noFill/>
        </p:spPr>
        <p:txBody>
          <a:bodyPr wrap="square">
            <a:spAutoFit/>
          </a:bodyPr>
          <a:lstStyle/>
          <a:p>
            <a:r>
              <a:rPr lang="en-US" dirty="0"/>
              <a:t>Verification that the timing and wear-out logic works exactly as designed.</a:t>
            </a:r>
          </a:p>
          <a:p>
            <a:br>
              <a:rPr lang="en-US" dirty="0"/>
            </a:br>
            <a:br>
              <a:rPr lang="en-US" dirty="0"/>
            </a:br>
            <a:r>
              <a:rPr lang="en-US" dirty="0"/>
              <a:t>SET Command Issues -&gt; Delay (Wait for 10 </a:t>
            </a:r>
            <a:r>
              <a:rPr lang="en-US" dirty="0" err="1"/>
              <a:t>Clk</a:t>
            </a:r>
            <a:r>
              <a:rPr lang="en-US" dirty="0"/>
              <a:t> Pulse) -&gt; Write Success</a:t>
            </a:r>
          </a:p>
          <a:p>
            <a:endParaRPr lang="en-US" dirty="0"/>
          </a:p>
          <a:p>
            <a:endParaRPr lang="en-US" dirty="0"/>
          </a:p>
          <a:p>
            <a:endParaRPr lang="en-US" dirty="0"/>
          </a:p>
          <a:p>
            <a:r>
              <a:rPr lang="en-US" dirty="0"/>
              <a:t>Endurance Counter Incrementing </a:t>
            </a:r>
          </a:p>
          <a:p>
            <a:endParaRPr lang="en-US" dirty="0"/>
          </a:p>
          <a:p>
            <a:endParaRPr lang="en-US" dirty="0"/>
          </a:p>
          <a:p>
            <a:endParaRPr lang="en-IN" dirty="0"/>
          </a:p>
        </p:txBody>
      </p:sp>
    </p:spTree>
    <p:extLst>
      <p:ext uri="{BB962C8B-B14F-4D97-AF65-F5344CB8AC3E}">
        <p14:creationId xmlns:p14="http://schemas.microsoft.com/office/powerpoint/2010/main" val="834489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15">
            <a:extLst>
              <a:ext uri="{FF2B5EF4-FFF2-40B4-BE49-F238E27FC236}">
                <a16:creationId xmlns:a16="http://schemas.microsoft.com/office/drawing/2014/main" id="{14570F8B-0F09-AE39-0BC7-80E45AD44837}"/>
              </a:ext>
            </a:extLst>
          </p:cNvPr>
          <p:cNvSpPr txBox="1">
            <a:spLocks/>
          </p:cNvSpPr>
          <p:nvPr/>
        </p:nvSpPr>
        <p:spPr>
          <a:xfrm>
            <a:off x="199004" y="193284"/>
            <a:ext cx="9641412" cy="787444"/>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Results &amp; Validation – It works in real silicon!!!</a:t>
            </a:r>
            <a:endParaRPr lang="en-US" sz="3200" dirty="0"/>
          </a:p>
        </p:txBody>
      </p:sp>
      <p:pic>
        <p:nvPicPr>
          <p:cNvPr id="9" name="Picture 8" descr="A computer drawing of a computer program&#10;&#10;AI-generated content may be incorrect.">
            <a:extLst>
              <a:ext uri="{FF2B5EF4-FFF2-40B4-BE49-F238E27FC236}">
                <a16:creationId xmlns:a16="http://schemas.microsoft.com/office/drawing/2014/main" id="{3F25AD3C-4EE2-FF49-0CA9-433B234A80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004" y="1396640"/>
            <a:ext cx="2368604" cy="4313012"/>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F9E893F7-68ED-676D-B71F-2B30C60550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0410" y="3645024"/>
            <a:ext cx="3275552" cy="1927096"/>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0623522-3079-C4D6-4E4A-5EE6D6F1F6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88764" y="1691773"/>
            <a:ext cx="5646928" cy="3906502"/>
          </a:xfrm>
          <a:prstGeom prst="rect">
            <a:avLst/>
          </a:prstGeom>
        </p:spPr>
      </p:pic>
      <p:pic>
        <p:nvPicPr>
          <p:cNvPr id="15" name="Picture 14" descr="A green circuit board with many different colored components&#10;&#10;AI-generated content may be incorrect.">
            <a:extLst>
              <a:ext uri="{FF2B5EF4-FFF2-40B4-BE49-F238E27FC236}">
                <a16:creationId xmlns:a16="http://schemas.microsoft.com/office/drawing/2014/main" id="{DD6A0E63-BB08-FF82-2353-7928C9A96B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91996" y="1644414"/>
            <a:ext cx="2448272" cy="1750132"/>
          </a:xfrm>
          <a:prstGeom prst="rect">
            <a:avLst/>
          </a:prstGeom>
        </p:spPr>
      </p:pic>
    </p:spTree>
    <p:extLst>
      <p:ext uri="{BB962C8B-B14F-4D97-AF65-F5344CB8AC3E}">
        <p14:creationId xmlns:p14="http://schemas.microsoft.com/office/powerpoint/2010/main" val="3118969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88B654-F75C-CD6D-2BF8-729A699D3AAF}"/>
              </a:ext>
            </a:extLst>
          </p:cNvPr>
          <p:cNvSpPr>
            <a:spLocks noGrp="1"/>
          </p:cNvSpPr>
          <p:nvPr>
            <p:ph type="dt" sz="half" idx="10"/>
          </p:nvPr>
        </p:nvSpPr>
        <p:spPr/>
        <p:txBody>
          <a:bodyPr/>
          <a:lstStyle/>
          <a:p>
            <a:fld id="{3E4F9076-0E2C-4C6D-AF26-FF2A3EBF853E}" type="datetime4">
              <a:rPr lang="de-DE" smtClean="0"/>
              <a:t>20. November 2025</a:t>
            </a:fld>
            <a:endParaRPr lang="de-DE"/>
          </a:p>
        </p:txBody>
      </p:sp>
      <p:sp>
        <p:nvSpPr>
          <p:cNvPr id="3" name="Footer Placeholder 2">
            <a:extLst>
              <a:ext uri="{FF2B5EF4-FFF2-40B4-BE49-F238E27FC236}">
                <a16:creationId xmlns:a16="http://schemas.microsoft.com/office/drawing/2014/main" id="{971A83BF-627E-E994-18DE-F4D90F1B0361}"/>
              </a:ext>
            </a:extLst>
          </p:cNvPr>
          <p:cNvSpPr>
            <a:spLocks noGrp="1"/>
          </p:cNvSpPr>
          <p:nvPr>
            <p:ph type="ftr" sz="quarter" idx="11"/>
          </p:nvPr>
        </p:nvSpPr>
        <p:spPr/>
        <p:txBody>
          <a:bodyPr/>
          <a:lstStyle/>
          <a:p>
            <a:r>
              <a:rPr lang="de-DE"/>
              <a:t>Titel der Präsentation</a:t>
            </a:r>
          </a:p>
        </p:txBody>
      </p:sp>
      <p:sp>
        <p:nvSpPr>
          <p:cNvPr id="4" name="Slide Number Placeholder 3">
            <a:extLst>
              <a:ext uri="{FF2B5EF4-FFF2-40B4-BE49-F238E27FC236}">
                <a16:creationId xmlns:a16="http://schemas.microsoft.com/office/drawing/2014/main" id="{4450DE5F-88D5-6C55-D403-0A08B19CFF15}"/>
              </a:ext>
            </a:extLst>
          </p:cNvPr>
          <p:cNvSpPr>
            <a:spLocks noGrp="1"/>
          </p:cNvSpPr>
          <p:nvPr>
            <p:ph type="sldNum" sz="quarter" idx="12"/>
          </p:nvPr>
        </p:nvSpPr>
        <p:spPr/>
        <p:txBody>
          <a:bodyPr/>
          <a:lstStyle/>
          <a:p>
            <a:fld id="{2155E1C8-C15B-4C47-AD9F-B8F50D129449}" type="slidenum">
              <a:rPr lang="de-DE" smtClean="0"/>
              <a:t>14</a:t>
            </a:fld>
            <a:endParaRPr lang="de-DE"/>
          </a:p>
        </p:txBody>
      </p:sp>
      <p:sp>
        <p:nvSpPr>
          <p:cNvPr id="5" name="Titel 15">
            <a:extLst>
              <a:ext uri="{FF2B5EF4-FFF2-40B4-BE49-F238E27FC236}">
                <a16:creationId xmlns:a16="http://schemas.microsoft.com/office/drawing/2014/main" id="{4A6539C3-AF7C-7F6C-E207-6E585D85D077}"/>
              </a:ext>
            </a:extLst>
          </p:cNvPr>
          <p:cNvSpPr txBox="1">
            <a:spLocks/>
          </p:cNvSpPr>
          <p:nvPr/>
        </p:nvSpPr>
        <p:spPr>
          <a:xfrm>
            <a:off x="75508" y="128818"/>
            <a:ext cx="9641412" cy="787444"/>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US" sz="3200" dirty="0"/>
              <a:t>T</a:t>
            </a:r>
            <a:r>
              <a:rPr lang="en-IN" sz="3200" dirty="0"/>
              <a:t>esting the model on 2 different Configuration sizes</a:t>
            </a:r>
            <a:endParaRPr lang="en-US" sz="3200" dirty="0"/>
          </a:p>
        </p:txBody>
      </p:sp>
      <p:pic>
        <p:nvPicPr>
          <p:cNvPr id="7" name="Picture 6">
            <a:extLst>
              <a:ext uri="{FF2B5EF4-FFF2-40B4-BE49-F238E27FC236}">
                <a16:creationId xmlns:a16="http://schemas.microsoft.com/office/drawing/2014/main" id="{84230A65-2711-871E-828C-AACDF3707DC1}"/>
              </a:ext>
            </a:extLst>
          </p:cNvPr>
          <p:cNvPicPr>
            <a:picLocks noChangeAspect="1"/>
          </p:cNvPicPr>
          <p:nvPr/>
        </p:nvPicPr>
        <p:blipFill>
          <a:blip r:embed="rId3"/>
          <a:stretch>
            <a:fillRect/>
          </a:stretch>
        </p:blipFill>
        <p:spPr>
          <a:xfrm>
            <a:off x="4880582" y="3565180"/>
            <a:ext cx="7036364" cy="3164002"/>
          </a:xfrm>
          <a:prstGeom prst="rect">
            <a:avLst/>
          </a:prstGeom>
        </p:spPr>
      </p:pic>
      <p:sp>
        <p:nvSpPr>
          <p:cNvPr id="11" name="TextBox 10">
            <a:extLst>
              <a:ext uri="{FF2B5EF4-FFF2-40B4-BE49-F238E27FC236}">
                <a16:creationId xmlns:a16="http://schemas.microsoft.com/office/drawing/2014/main" id="{CBA069A1-A97C-5617-3035-BB6750097303}"/>
              </a:ext>
            </a:extLst>
          </p:cNvPr>
          <p:cNvSpPr txBox="1"/>
          <p:nvPr/>
        </p:nvSpPr>
        <p:spPr>
          <a:xfrm>
            <a:off x="623392" y="670806"/>
            <a:ext cx="9755169" cy="2585323"/>
          </a:xfrm>
          <a:prstGeom prst="rect">
            <a:avLst/>
          </a:prstGeom>
          <a:noFill/>
        </p:spPr>
        <p:txBody>
          <a:bodyPr wrap="square">
            <a:spAutoFit/>
          </a:bodyPr>
          <a:lstStyle/>
          <a:p>
            <a:pPr marL="285750" indent="-285750">
              <a:buFont typeface="Arial" panose="020B0604020202020204" pitchFamily="34" charset="0"/>
              <a:buChar char="•"/>
            </a:pPr>
            <a:r>
              <a:rPr lang="en-US" dirty="0"/>
              <a:t>Because every cell is an independent model, the core scales linearly. We can simulate larger arrays by simply changing the MEMORY_DEPTH parameter.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total number of emulated ReRAM cells was reduced from 512 (16x32) in Config. 1 to 128 (8x16) in Config. 2, a 75% reduction</a:t>
            </a:r>
            <a:r>
              <a:rPr lang="en-IN" dirty="0"/>
              <a: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LUT utilization decreased from 34545 to 9108, a reduction of 73.6%.</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FF utilization decreased from 26062 to 7031, a reduction of 73.0%.</a:t>
            </a:r>
          </a:p>
        </p:txBody>
      </p:sp>
    </p:spTree>
    <p:extLst>
      <p:ext uri="{BB962C8B-B14F-4D97-AF65-F5344CB8AC3E}">
        <p14:creationId xmlns:p14="http://schemas.microsoft.com/office/powerpoint/2010/main" val="2621784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8B10C2-6C01-E9D7-673A-6E0D784298E4}"/>
              </a:ext>
            </a:extLst>
          </p:cNvPr>
          <p:cNvSpPr>
            <a:spLocks noGrp="1"/>
          </p:cNvSpPr>
          <p:nvPr>
            <p:ph type="dt" sz="half" idx="10"/>
          </p:nvPr>
        </p:nvSpPr>
        <p:spPr/>
        <p:txBody>
          <a:bodyPr/>
          <a:lstStyle/>
          <a:p>
            <a:fld id="{3E4F9076-0E2C-4C6D-AF26-FF2A3EBF853E}" type="datetime4">
              <a:rPr lang="de-DE" smtClean="0"/>
              <a:t>20. November 2025</a:t>
            </a:fld>
            <a:endParaRPr lang="de-DE"/>
          </a:p>
        </p:txBody>
      </p:sp>
      <p:sp>
        <p:nvSpPr>
          <p:cNvPr id="3" name="Footer Placeholder 2">
            <a:extLst>
              <a:ext uri="{FF2B5EF4-FFF2-40B4-BE49-F238E27FC236}">
                <a16:creationId xmlns:a16="http://schemas.microsoft.com/office/drawing/2014/main" id="{CBD374BD-BC58-6083-188C-0DE43F69BBAB}"/>
              </a:ext>
            </a:extLst>
          </p:cNvPr>
          <p:cNvSpPr>
            <a:spLocks noGrp="1"/>
          </p:cNvSpPr>
          <p:nvPr>
            <p:ph type="ftr" sz="quarter" idx="11"/>
          </p:nvPr>
        </p:nvSpPr>
        <p:spPr/>
        <p:txBody>
          <a:bodyPr/>
          <a:lstStyle/>
          <a:p>
            <a:r>
              <a:rPr lang="de-DE"/>
              <a:t>Titel der Präsentation</a:t>
            </a:r>
          </a:p>
        </p:txBody>
      </p:sp>
      <p:sp>
        <p:nvSpPr>
          <p:cNvPr id="4" name="Slide Number Placeholder 3">
            <a:extLst>
              <a:ext uri="{FF2B5EF4-FFF2-40B4-BE49-F238E27FC236}">
                <a16:creationId xmlns:a16="http://schemas.microsoft.com/office/drawing/2014/main" id="{81848A6C-1E22-0D64-4A77-D0D8095A0DAF}"/>
              </a:ext>
            </a:extLst>
          </p:cNvPr>
          <p:cNvSpPr>
            <a:spLocks noGrp="1"/>
          </p:cNvSpPr>
          <p:nvPr>
            <p:ph type="sldNum" sz="quarter" idx="12"/>
          </p:nvPr>
        </p:nvSpPr>
        <p:spPr/>
        <p:txBody>
          <a:bodyPr/>
          <a:lstStyle/>
          <a:p>
            <a:fld id="{2155E1C8-C15B-4C47-AD9F-B8F50D129449}" type="slidenum">
              <a:rPr lang="de-DE" smtClean="0"/>
              <a:t>15</a:t>
            </a:fld>
            <a:endParaRPr lang="de-DE"/>
          </a:p>
        </p:txBody>
      </p:sp>
      <p:sp>
        <p:nvSpPr>
          <p:cNvPr id="5" name="Titel 15">
            <a:extLst>
              <a:ext uri="{FF2B5EF4-FFF2-40B4-BE49-F238E27FC236}">
                <a16:creationId xmlns:a16="http://schemas.microsoft.com/office/drawing/2014/main" id="{CFFD4E18-8E80-DB14-6B27-55C9184E1D90}"/>
              </a:ext>
            </a:extLst>
          </p:cNvPr>
          <p:cNvSpPr txBox="1">
            <a:spLocks/>
          </p:cNvSpPr>
          <p:nvPr/>
        </p:nvSpPr>
        <p:spPr>
          <a:xfrm>
            <a:off x="75508" y="128818"/>
            <a:ext cx="5372420" cy="787444"/>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Power Utilization Comparison</a:t>
            </a:r>
            <a:endParaRPr lang="en-US" sz="3200" dirty="0"/>
          </a:p>
        </p:txBody>
      </p:sp>
      <p:pic>
        <p:nvPicPr>
          <p:cNvPr id="7" name="Picture 6" descr="A screenshot of a computer&#10;&#10;AI-generated content may be incorrect.">
            <a:extLst>
              <a:ext uri="{FF2B5EF4-FFF2-40B4-BE49-F238E27FC236}">
                <a16:creationId xmlns:a16="http://schemas.microsoft.com/office/drawing/2014/main" id="{05C57837-05C8-E956-5B4C-1BF80FDD98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32" y="764704"/>
            <a:ext cx="7321321" cy="3842964"/>
          </a:xfrm>
          <a:prstGeom prst="rect">
            <a:avLst/>
          </a:prstGeom>
        </p:spPr>
      </p:pic>
      <p:pic>
        <p:nvPicPr>
          <p:cNvPr id="9" name="Picture 8">
            <a:extLst>
              <a:ext uri="{FF2B5EF4-FFF2-40B4-BE49-F238E27FC236}">
                <a16:creationId xmlns:a16="http://schemas.microsoft.com/office/drawing/2014/main" id="{1C523ACF-3961-74C4-EC10-B2508064C88E}"/>
              </a:ext>
            </a:extLst>
          </p:cNvPr>
          <p:cNvPicPr>
            <a:picLocks noChangeAspect="1"/>
          </p:cNvPicPr>
          <p:nvPr/>
        </p:nvPicPr>
        <p:blipFill>
          <a:blip r:embed="rId4"/>
          <a:stretch>
            <a:fillRect/>
          </a:stretch>
        </p:blipFill>
        <p:spPr>
          <a:xfrm>
            <a:off x="7271763" y="1772816"/>
            <a:ext cx="4848314" cy="4941168"/>
          </a:xfrm>
          <a:prstGeom prst="rect">
            <a:avLst/>
          </a:prstGeom>
        </p:spPr>
      </p:pic>
      <p:sp>
        <p:nvSpPr>
          <p:cNvPr id="11" name="TextBox 10">
            <a:extLst>
              <a:ext uri="{FF2B5EF4-FFF2-40B4-BE49-F238E27FC236}">
                <a16:creationId xmlns:a16="http://schemas.microsoft.com/office/drawing/2014/main" id="{84D32CB0-7BF5-29DC-AE74-D01B59BD7DB2}"/>
              </a:ext>
            </a:extLst>
          </p:cNvPr>
          <p:cNvSpPr txBox="1"/>
          <p:nvPr/>
        </p:nvSpPr>
        <p:spPr>
          <a:xfrm>
            <a:off x="695400" y="4874222"/>
            <a:ext cx="6137910" cy="369332"/>
          </a:xfrm>
          <a:prstGeom prst="rect">
            <a:avLst/>
          </a:prstGeom>
          <a:noFill/>
        </p:spPr>
        <p:txBody>
          <a:bodyPr wrap="square">
            <a:spAutoFit/>
          </a:bodyPr>
          <a:lstStyle/>
          <a:p>
            <a:r>
              <a:rPr lang="en-US" dirty="0"/>
              <a:t>Very low power for the IP (&lt;1mW dynamic).</a:t>
            </a:r>
            <a:endParaRPr lang="en-IN" dirty="0"/>
          </a:p>
        </p:txBody>
      </p:sp>
    </p:spTree>
    <p:extLst>
      <p:ext uri="{BB962C8B-B14F-4D97-AF65-F5344CB8AC3E}">
        <p14:creationId xmlns:p14="http://schemas.microsoft.com/office/powerpoint/2010/main" val="2568373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5">
            <a:extLst>
              <a:ext uri="{FF2B5EF4-FFF2-40B4-BE49-F238E27FC236}">
                <a16:creationId xmlns:a16="http://schemas.microsoft.com/office/drawing/2014/main" id="{62BE7C6F-AB4E-3194-9BCB-10D7F60FF0C5}"/>
              </a:ext>
            </a:extLst>
          </p:cNvPr>
          <p:cNvSpPr txBox="1">
            <a:spLocks/>
          </p:cNvSpPr>
          <p:nvPr/>
        </p:nvSpPr>
        <p:spPr>
          <a:xfrm>
            <a:off x="406760" y="332656"/>
            <a:ext cx="3068164" cy="787444"/>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Future Work</a:t>
            </a:r>
            <a:endParaRPr lang="en-US" sz="3200" dirty="0"/>
          </a:p>
        </p:txBody>
      </p:sp>
      <p:sp>
        <p:nvSpPr>
          <p:cNvPr id="7" name="Rectangle 1">
            <a:extLst>
              <a:ext uri="{FF2B5EF4-FFF2-40B4-BE49-F238E27FC236}">
                <a16:creationId xmlns:a16="http://schemas.microsoft.com/office/drawing/2014/main" id="{3B076B06-6309-4865-B934-0DB9A13B20C1}"/>
              </a:ext>
            </a:extLst>
          </p:cNvPr>
          <p:cNvSpPr>
            <a:spLocks noChangeArrowheads="1"/>
          </p:cNvSpPr>
          <p:nvPr/>
        </p:nvSpPr>
        <p:spPr bwMode="auto">
          <a:xfrm>
            <a:off x="406760" y="1286183"/>
            <a:ext cx="698538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Mapping:</a:t>
            </a:r>
            <a:r>
              <a:rPr kumimoji="0" lang="en-US" altLang="en-US" sz="1800" b="0" i="0" u="none" strike="noStrike" cap="none" normalizeH="0" baseline="0" dirty="0">
                <a:ln>
                  <a:noFill/>
                </a:ln>
                <a:solidFill>
                  <a:schemeClr val="tx1"/>
                </a:solidFill>
                <a:effectLst/>
                <a:latin typeface="Arial" panose="020B0604020202020204" pitchFamily="34" charset="0"/>
              </a:rPr>
              <a:t> How a CNN layer maps to the ReRAM array.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Conductance:</a:t>
            </a:r>
            <a:r>
              <a:rPr kumimoji="0" lang="en-US" altLang="en-US" sz="1800" b="0" i="0" u="none" strike="noStrike" cap="none" normalizeH="0" baseline="0" dirty="0">
                <a:ln>
                  <a:noFill/>
                </a:ln>
                <a:solidFill>
                  <a:schemeClr val="tx1"/>
                </a:solidFill>
                <a:effectLst/>
                <a:latin typeface="Arial" panose="020B0604020202020204" pitchFamily="34" charset="0"/>
              </a:rPr>
              <a:t> LRS/HRS states represent Binary Neural Network (BNN) weights.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Analysis:</a:t>
            </a:r>
            <a:r>
              <a:rPr kumimoji="0" lang="en-US" altLang="en-US" sz="1800" b="0" i="0" u="none" strike="noStrike" cap="none" normalizeH="0" baseline="0" dirty="0">
                <a:ln>
                  <a:noFill/>
                </a:ln>
                <a:solidFill>
                  <a:schemeClr val="tx1"/>
                </a:solidFill>
                <a:effectLst/>
                <a:latin typeface="Arial" panose="020B0604020202020204" pitchFamily="34" charset="0"/>
              </a:rPr>
              <a:t> Using this FPGA core to measure:</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Inference Latency:</a:t>
            </a:r>
            <a:r>
              <a:rPr kumimoji="0" lang="en-US" altLang="en-US" sz="1800" b="0" i="0" u="none" strike="noStrike" cap="none" normalizeH="0" baseline="0" dirty="0">
                <a:ln>
                  <a:noFill/>
                </a:ln>
                <a:solidFill>
                  <a:schemeClr val="tx1"/>
                </a:solidFill>
                <a:effectLst/>
                <a:latin typeface="Arial" panose="020B0604020202020204" pitchFamily="34" charset="0"/>
              </a:rPr>
              <a:t> Total time spent in "Blocking" states during a matrix multiply.</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Endurance/Lifetime:</a:t>
            </a:r>
            <a:r>
              <a:rPr kumimoji="0" lang="en-US" altLang="en-US" sz="1800" b="0" i="0" u="none" strike="noStrike" cap="none" normalizeH="0" baseline="0" dirty="0">
                <a:ln>
                  <a:noFill/>
                </a:ln>
                <a:solidFill>
                  <a:schemeClr val="tx1"/>
                </a:solidFill>
                <a:effectLst/>
                <a:latin typeface="Arial" panose="020B0604020202020204" pitchFamily="34" charset="0"/>
              </a:rPr>
              <a:t> How quickly a specific AI model (e.g. Linear </a:t>
            </a:r>
            <a:r>
              <a:rPr lang="en-US" altLang="en-US" dirty="0">
                <a:latin typeface="Arial" panose="020B0604020202020204" pitchFamily="34" charset="0"/>
              </a:rPr>
              <a:t>R</a:t>
            </a:r>
            <a:r>
              <a:rPr kumimoji="0" lang="en-US" altLang="en-US" sz="1800" b="0" i="0" u="none" strike="noStrike" cap="none" normalizeH="0" baseline="0" dirty="0">
                <a:ln>
                  <a:noFill/>
                </a:ln>
                <a:solidFill>
                  <a:schemeClr val="tx1"/>
                </a:solidFill>
                <a:effectLst/>
                <a:latin typeface="Arial" panose="020B0604020202020204" pitchFamily="34" charset="0"/>
              </a:rPr>
              <a:t>egression) wears out the ReRAM cells during training updates.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6C81D361-C660-79C7-5689-67469CC283E5}"/>
              </a:ext>
            </a:extLst>
          </p:cNvPr>
          <p:cNvPicPr>
            <a:picLocks noChangeAspect="1"/>
          </p:cNvPicPr>
          <p:nvPr/>
        </p:nvPicPr>
        <p:blipFill>
          <a:blip r:embed="rId3"/>
          <a:stretch>
            <a:fillRect/>
          </a:stretch>
        </p:blipFill>
        <p:spPr>
          <a:xfrm>
            <a:off x="8534806" y="312533"/>
            <a:ext cx="3250434" cy="2890894"/>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70286C46-2013-F2FC-08C5-5889F7D418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4807" y="3424947"/>
            <a:ext cx="3250433" cy="3109110"/>
          </a:xfrm>
          <a:prstGeom prst="rect">
            <a:avLst/>
          </a:prstGeom>
        </p:spPr>
      </p:pic>
    </p:spTree>
    <p:extLst>
      <p:ext uri="{BB962C8B-B14F-4D97-AF65-F5344CB8AC3E}">
        <p14:creationId xmlns:p14="http://schemas.microsoft.com/office/powerpoint/2010/main" val="1459831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5">
            <a:extLst>
              <a:ext uri="{FF2B5EF4-FFF2-40B4-BE49-F238E27FC236}">
                <a16:creationId xmlns:a16="http://schemas.microsoft.com/office/drawing/2014/main" id="{85A5C241-B3F0-7796-D1AE-40E05663C95D}"/>
              </a:ext>
            </a:extLst>
          </p:cNvPr>
          <p:cNvSpPr txBox="1">
            <a:spLocks/>
          </p:cNvSpPr>
          <p:nvPr/>
        </p:nvSpPr>
        <p:spPr>
          <a:xfrm>
            <a:off x="406760" y="332656"/>
            <a:ext cx="2736912" cy="648072"/>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Achievements</a:t>
            </a:r>
            <a:endParaRPr lang="en-US" sz="3200" dirty="0"/>
          </a:p>
        </p:txBody>
      </p:sp>
      <p:pic>
        <p:nvPicPr>
          <p:cNvPr id="8" name="Picture 7">
            <a:extLst>
              <a:ext uri="{FF2B5EF4-FFF2-40B4-BE49-F238E27FC236}">
                <a16:creationId xmlns:a16="http://schemas.microsoft.com/office/drawing/2014/main" id="{13BACD10-71B6-6299-0F43-D523B1A71634}"/>
              </a:ext>
            </a:extLst>
          </p:cNvPr>
          <p:cNvPicPr>
            <a:picLocks noChangeAspect="1"/>
          </p:cNvPicPr>
          <p:nvPr/>
        </p:nvPicPr>
        <p:blipFill>
          <a:blip r:embed="rId3"/>
          <a:stretch>
            <a:fillRect/>
          </a:stretch>
        </p:blipFill>
        <p:spPr>
          <a:xfrm>
            <a:off x="1487488" y="874412"/>
            <a:ext cx="9505056" cy="5632626"/>
          </a:xfrm>
          <a:prstGeom prst="rect">
            <a:avLst/>
          </a:prstGeom>
        </p:spPr>
      </p:pic>
    </p:spTree>
    <p:extLst>
      <p:ext uri="{BB962C8B-B14F-4D97-AF65-F5344CB8AC3E}">
        <p14:creationId xmlns:p14="http://schemas.microsoft.com/office/powerpoint/2010/main" val="2086733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5">
            <a:extLst>
              <a:ext uri="{FF2B5EF4-FFF2-40B4-BE49-F238E27FC236}">
                <a16:creationId xmlns:a16="http://schemas.microsoft.com/office/drawing/2014/main" id="{7CA14647-76A6-1121-B955-807817111C0F}"/>
              </a:ext>
            </a:extLst>
          </p:cNvPr>
          <p:cNvSpPr txBox="1">
            <a:spLocks/>
          </p:cNvSpPr>
          <p:nvPr/>
        </p:nvSpPr>
        <p:spPr>
          <a:xfrm>
            <a:off x="406760" y="332656"/>
            <a:ext cx="10801808" cy="648072"/>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sz="3200" dirty="0"/>
              <a:t>Documentation, Research Material and Source Code Access</a:t>
            </a:r>
            <a:endParaRPr lang="en-US" sz="3200" dirty="0"/>
          </a:p>
        </p:txBody>
      </p:sp>
      <p:sp>
        <p:nvSpPr>
          <p:cNvPr id="8" name="TextBox 7">
            <a:extLst>
              <a:ext uri="{FF2B5EF4-FFF2-40B4-BE49-F238E27FC236}">
                <a16:creationId xmlns:a16="http://schemas.microsoft.com/office/drawing/2014/main" id="{003A52E3-D9A5-9A44-4E8C-39F747A9AFCF}"/>
              </a:ext>
            </a:extLst>
          </p:cNvPr>
          <p:cNvSpPr txBox="1"/>
          <p:nvPr/>
        </p:nvSpPr>
        <p:spPr>
          <a:xfrm>
            <a:off x="2663008" y="3861048"/>
            <a:ext cx="6289312" cy="369332"/>
          </a:xfrm>
          <a:prstGeom prst="rect">
            <a:avLst/>
          </a:prstGeom>
          <a:noFill/>
        </p:spPr>
        <p:txBody>
          <a:bodyPr wrap="square">
            <a:spAutoFit/>
          </a:bodyPr>
          <a:lstStyle/>
          <a:p>
            <a:r>
              <a:rPr lang="en-IN" dirty="0"/>
              <a:t>https://github.com/hrishikeshkarande/CNN-ReRAM_on_FPGA.git</a:t>
            </a:r>
          </a:p>
        </p:txBody>
      </p:sp>
      <p:pic>
        <p:nvPicPr>
          <p:cNvPr id="16390" name="Picture 6" descr="GitHub Logo Download - SVG - All Vector Logo">
            <a:extLst>
              <a:ext uri="{FF2B5EF4-FFF2-40B4-BE49-F238E27FC236}">
                <a16:creationId xmlns:a16="http://schemas.microsoft.com/office/drawing/2014/main" id="{014E6D3B-7A7E-988A-43D6-1E1C0B0AA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8595" y="1916832"/>
            <a:ext cx="3278138" cy="1821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188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217983-39AD-48D4-BE01-315C3E7F9D60}"/>
              </a:ext>
            </a:extLst>
          </p:cNvPr>
          <p:cNvSpPr>
            <a:spLocks noGrp="1"/>
          </p:cNvSpPr>
          <p:nvPr>
            <p:ph type="title"/>
          </p:nvPr>
        </p:nvSpPr>
        <p:spPr/>
        <p:txBody>
          <a:bodyPr/>
          <a:lstStyle/>
          <a:p>
            <a:r>
              <a:rPr lang="de-DE" dirty="0"/>
              <a:t>Thank You</a:t>
            </a:r>
          </a:p>
        </p:txBody>
      </p:sp>
      <p:sp>
        <p:nvSpPr>
          <p:cNvPr id="3" name="Inhaltsplatzhalter 2">
            <a:extLst>
              <a:ext uri="{FF2B5EF4-FFF2-40B4-BE49-F238E27FC236}">
                <a16:creationId xmlns:a16="http://schemas.microsoft.com/office/drawing/2014/main" id="{7EC2DAFD-AB12-4524-8959-35BFAE3BF229}"/>
              </a:ext>
            </a:extLst>
          </p:cNvPr>
          <p:cNvSpPr>
            <a:spLocks noGrp="1"/>
          </p:cNvSpPr>
          <p:nvPr>
            <p:ph idx="1"/>
          </p:nvPr>
        </p:nvSpPr>
        <p:spPr>
          <a:xfrm>
            <a:off x="6240016" y="1365634"/>
            <a:ext cx="896671" cy="400669"/>
          </a:xfrm>
        </p:spPr>
        <p:txBody>
          <a:bodyPr/>
          <a:lstStyle/>
          <a:p>
            <a:r>
              <a:rPr lang="de-DE" dirty="0">
                <a:solidFill>
                  <a:srgbClr val="00385F"/>
                </a:solidFill>
              </a:rPr>
              <a:t>Contact</a:t>
            </a:r>
            <a:endParaRPr lang="de-DE" sz="1400" dirty="0">
              <a:solidFill>
                <a:srgbClr val="00385F"/>
              </a:solidFill>
            </a:endParaRPr>
          </a:p>
        </p:txBody>
      </p:sp>
      <p:pic>
        <p:nvPicPr>
          <p:cNvPr id="12" name="Picture 11">
            <a:extLst>
              <a:ext uri="{FF2B5EF4-FFF2-40B4-BE49-F238E27FC236}">
                <a16:creationId xmlns:a16="http://schemas.microsoft.com/office/drawing/2014/main" id="{E7D60B97-C26F-46B9-948B-1E3E1492E511}"/>
              </a:ext>
            </a:extLst>
          </p:cNvPr>
          <p:cNvPicPr>
            <a:picLocks noChangeAspect="1"/>
          </p:cNvPicPr>
          <p:nvPr/>
        </p:nvPicPr>
        <p:blipFill>
          <a:blip r:embed="rId3"/>
          <a:stretch>
            <a:fillRect/>
          </a:stretch>
        </p:blipFill>
        <p:spPr>
          <a:xfrm>
            <a:off x="6094592" y="2047816"/>
            <a:ext cx="1435708" cy="1412363"/>
          </a:xfrm>
          <a:prstGeom prst="rect">
            <a:avLst/>
          </a:prstGeom>
        </p:spPr>
      </p:pic>
      <p:sp>
        <p:nvSpPr>
          <p:cNvPr id="13" name="TextBox 12">
            <a:extLst>
              <a:ext uri="{FF2B5EF4-FFF2-40B4-BE49-F238E27FC236}">
                <a16:creationId xmlns:a16="http://schemas.microsoft.com/office/drawing/2014/main" id="{BF7417A8-0EC5-44A3-96FA-1090E3B8EC4C}"/>
              </a:ext>
            </a:extLst>
          </p:cNvPr>
          <p:cNvSpPr txBox="1"/>
          <p:nvPr/>
        </p:nvSpPr>
        <p:spPr>
          <a:xfrm>
            <a:off x="5951984" y="3738952"/>
            <a:ext cx="1981633" cy="400110"/>
          </a:xfrm>
          <a:prstGeom prst="rect">
            <a:avLst/>
          </a:prstGeom>
          <a:noFill/>
        </p:spPr>
        <p:txBody>
          <a:bodyPr wrap="none" rtlCol="0">
            <a:spAutoFit/>
          </a:bodyPr>
          <a:lstStyle/>
          <a:p>
            <a:r>
              <a:rPr lang="de-DE" sz="1200" b="1" dirty="0">
                <a:solidFill>
                  <a:schemeClr val="accent6">
                    <a:lumMod val="50000"/>
                  </a:schemeClr>
                </a:solidFill>
              </a:rPr>
              <a:t>Hrishikesh Karande</a:t>
            </a:r>
            <a:br>
              <a:rPr lang="de-DE" sz="800" dirty="0">
                <a:solidFill>
                  <a:schemeClr val="accent6">
                    <a:lumMod val="50000"/>
                  </a:schemeClr>
                </a:solidFill>
              </a:rPr>
            </a:br>
            <a:r>
              <a:rPr lang="de-DE" sz="800" dirty="0">
                <a:solidFill>
                  <a:schemeClr val="accent6">
                    <a:lumMod val="50000"/>
                  </a:schemeClr>
                </a:solidFill>
              </a:rPr>
              <a:t>hrishikesh.karande@student.uni-siegen.de</a:t>
            </a:r>
          </a:p>
        </p:txBody>
      </p:sp>
      <p:pic>
        <p:nvPicPr>
          <p:cNvPr id="8" name="Picture 7">
            <a:extLst>
              <a:ext uri="{FF2B5EF4-FFF2-40B4-BE49-F238E27FC236}">
                <a16:creationId xmlns:a16="http://schemas.microsoft.com/office/drawing/2014/main" id="{04C14085-1427-9FA1-B5B6-F15E37A5B160}"/>
              </a:ext>
            </a:extLst>
          </p:cNvPr>
          <p:cNvPicPr>
            <a:picLocks noChangeAspect="1"/>
          </p:cNvPicPr>
          <p:nvPr/>
        </p:nvPicPr>
        <p:blipFill>
          <a:blip r:embed="rId4"/>
          <a:stretch>
            <a:fillRect/>
          </a:stretch>
        </p:blipFill>
        <p:spPr>
          <a:xfrm>
            <a:off x="983432" y="6400280"/>
            <a:ext cx="444935" cy="250111"/>
          </a:xfrm>
          <a:prstGeom prst="rect">
            <a:avLst/>
          </a:prstGeom>
        </p:spPr>
      </p:pic>
    </p:spTree>
    <p:extLst>
      <p:ext uri="{BB962C8B-B14F-4D97-AF65-F5344CB8AC3E}">
        <p14:creationId xmlns:p14="http://schemas.microsoft.com/office/powerpoint/2010/main" val="443576545"/>
      </p:ext>
    </p:extLst>
  </p:cSld>
  <p:clrMapOvr>
    <a:masterClrMapping/>
  </p:clrMapOvr>
</p:sld>
</file>

<file path=ppt/theme/theme1.xml><?xml version="1.0" encoding="utf-8"?>
<a:theme xmlns:a="http://schemas.openxmlformats.org/drawingml/2006/main" name="Office">
  <a:themeElements>
    <a:clrScheme name="UNIS - Colors PP - Dachmarke">
      <a:dk1>
        <a:srgbClr val="00385F"/>
      </a:dk1>
      <a:lt1>
        <a:sysClr val="window" lastClr="FFFFFF"/>
      </a:lt1>
      <a:dk2>
        <a:srgbClr val="FFFFFF"/>
      </a:dk2>
      <a:lt2>
        <a:srgbClr val="E7E6E6"/>
      </a:lt2>
      <a:accent1>
        <a:srgbClr val="00385F"/>
      </a:accent1>
      <a:accent2>
        <a:srgbClr val="00385F"/>
      </a:accent2>
      <a:accent3>
        <a:srgbClr val="009ED4"/>
      </a:accent3>
      <a:accent4>
        <a:srgbClr val="657280"/>
      </a:accent4>
      <a:accent5>
        <a:srgbClr val="009ED4"/>
      </a:accent5>
      <a:accent6>
        <a:srgbClr val="657280"/>
      </a:accent6>
      <a:hlink>
        <a:srgbClr val="000000"/>
      </a:hlink>
      <a:folHlink>
        <a:srgbClr val="000000"/>
      </a:folHlink>
    </a:clrScheme>
    <a:fontScheme name="UNIS - Fonts - Calib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s_16x9_002-000-002.potx" id="{DBB2CE38-7E84-4B6D-8FDA-A0BF717DDC6A}" vid="{C99ECCFC-BE6B-47A7-AA96-A95A4C7C866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Unis_16x9</Template>
  <TotalTime>1235</TotalTime>
  <Words>2386</Words>
  <Application>Microsoft Office PowerPoint</Application>
  <PresentationFormat>Widescreen</PresentationFormat>
  <Paragraphs>220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vt:lpstr>
      <vt:lpstr>Evaluation model of a parametrizable ReRAM core in an FPGA architecture</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Universität SIegen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Alles neu!</dc:title>
  <dc:creator>Kühn</dc:creator>
  <dc:description>PowerPoint Vorlage Offive 2019 | Format: 16:9 - quer</dc:description>
  <cp:lastModifiedBy>Karande, Hrishikesh Balkrishna</cp:lastModifiedBy>
  <cp:revision>43</cp:revision>
  <dcterms:created xsi:type="dcterms:W3CDTF">2020-12-02T14:17:18Z</dcterms:created>
  <dcterms:modified xsi:type="dcterms:W3CDTF">2025-11-20T10:10:15Z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1.1.0</vt:lpwstr>
  </property>
  <property fmtid="{D5CDD505-2E9C-101B-9397-08002B2CF9AE}" pid="3" name="Build">
    <vt:lpwstr>002-000-002</vt:lpwstr>
  </property>
  <property fmtid="{D5CDD505-2E9C-101B-9397-08002B2CF9AE}" pid="4" name="Erstellt von">
    <vt:lpwstr>morfeld-softwareentwicklung</vt:lpwstr>
  </property>
  <property fmtid="{D5CDD505-2E9C-101B-9397-08002B2CF9AE}" pid="5" name="Autor">
    <vt:lpwstr>clemens morfeld</vt:lpwstr>
  </property>
  <property fmtid="{D5CDD505-2E9C-101B-9397-08002B2CF9AE}" pid="6" name="Erstellt am">
    <vt:lpwstr>29.10.2020</vt:lpwstr>
  </property>
  <property fmtid="{D5CDD505-2E9C-101B-9397-08002B2CF9AE}" pid="7" name="Stand">
    <vt:lpwstr>29.10.2020</vt:lpwstr>
  </property>
</Properties>
</file>